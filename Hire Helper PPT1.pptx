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52290" y="2146871"/>
            <a:ext cx="3652520" cy="758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A1A2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E8E8E8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A1A2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E8E8E8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A1A2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A1A2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02385" y="375285"/>
            <a:ext cx="9587229" cy="449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A1A2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1977" y="1689798"/>
            <a:ext cx="6945630" cy="4596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E8E8E8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6233" y="4126865"/>
            <a:ext cx="823404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b="1" i="1" dirty="0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sz="3000" b="1" i="1" spc="-204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000" b="1" i="1" spc="-25" dirty="0">
                <a:solidFill>
                  <a:srgbClr val="FFFF00"/>
                </a:solidFill>
                <a:latin typeface="Times New Roman"/>
                <a:cs typeface="Times New Roman"/>
              </a:rPr>
              <a:t>Task</a:t>
            </a:r>
            <a:r>
              <a:rPr sz="3000" b="1" i="1" spc="-12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000" b="1" i="1" dirty="0">
                <a:solidFill>
                  <a:srgbClr val="FFFF00"/>
                </a:solidFill>
                <a:latin typeface="Times New Roman"/>
                <a:cs typeface="Times New Roman"/>
              </a:rPr>
              <a:t>Management</a:t>
            </a:r>
            <a:r>
              <a:rPr sz="3000" b="1" i="1" spc="-1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000" b="1" i="1" dirty="0">
                <a:solidFill>
                  <a:srgbClr val="FFFF00"/>
                </a:solidFill>
                <a:latin typeface="Times New Roman"/>
                <a:cs typeface="Times New Roman"/>
              </a:rPr>
              <a:t>&amp;</a:t>
            </a:r>
            <a:r>
              <a:rPr sz="3000" b="1" i="1" spc="-8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000" b="1" i="1" dirty="0">
                <a:solidFill>
                  <a:srgbClr val="FFFF00"/>
                </a:solidFill>
                <a:latin typeface="Times New Roman"/>
                <a:cs typeface="Times New Roman"/>
              </a:rPr>
              <a:t>Helper</a:t>
            </a:r>
            <a:r>
              <a:rPr sz="3000" b="1" i="1" spc="-114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000" b="1" i="1" dirty="0">
                <a:solidFill>
                  <a:srgbClr val="FFFF00"/>
                </a:solidFill>
                <a:latin typeface="Times New Roman"/>
                <a:cs typeface="Times New Roman"/>
              </a:rPr>
              <a:t>Connecting</a:t>
            </a:r>
            <a:r>
              <a:rPr sz="3000" b="1" i="1" spc="-7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000" b="1" i="1" spc="-10" dirty="0">
                <a:solidFill>
                  <a:srgbClr val="FFFF00"/>
                </a:solidFill>
                <a:latin typeface="Times New Roman"/>
                <a:cs typeface="Times New Roman"/>
              </a:rPr>
              <a:t>Platform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94290" y="6121082"/>
            <a:ext cx="1483995" cy="5772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0"/>
              </a:spcBef>
            </a:pPr>
            <a:r>
              <a:rPr sz="1800" b="1" spc="-25" dirty="0">
                <a:solidFill>
                  <a:srgbClr val="C9EDFA"/>
                </a:solidFill>
                <a:latin typeface="Trebuchet MS"/>
                <a:cs typeface="Trebuchet MS"/>
              </a:rPr>
              <a:t>Submitted</a:t>
            </a:r>
            <a:r>
              <a:rPr sz="1800" b="1" spc="-110" dirty="0">
                <a:solidFill>
                  <a:srgbClr val="C9EDFA"/>
                </a:solidFill>
                <a:latin typeface="Trebuchet MS"/>
                <a:cs typeface="Trebuchet MS"/>
              </a:rPr>
              <a:t> </a:t>
            </a:r>
            <a:r>
              <a:rPr sz="1800" b="1" spc="-40" dirty="0">
                <a:solidFill>
                  <a:srgbClr val="C9EDFA"/>
                </a:solidFill>
                <a:latin typeface="Trebuchet MS"/>
                <a:cs typeface="Trebuchet MS"/>
              </a:rPr>
              <a:t>By: Batch-</a:t>
            </a:r>
            <a:r>
              <a:rPr sz="1800" b="1" spc="-25" dirty="0">
                <a:solidFill>
                  <a:srgbClr val="C9EDFA"/>
                </a:solidFill>
                <a:latin typeface="Trebuchet MS"/>
                <a:cs typeface="Trebuchet MS"/>
              </a:rPr>
              <a:t>13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52" y="6128702"/>
            <a:ext cx="1906270" cy="58610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77470" marR="30480" indent="-40005">
              <a:lnSpc>
                <a:spcPct val="104200"/>
              </a:lnSpc>
              <a:spcBef>
                <a:spcPts val="10"/>
              </a:spcBef>
            </a:pPr>
            <a:r>
              <a:rPr sz="1800" b="1" dirty="0">
                <a:solidFill>
                  <a:srgbClr val="C9EDFA"/>
                </a:solidFill>
                <a:latin typeface="Trebuchet MS"/>
                <a:cs typeface="Trebuchet MS"/>
              </a:rPr>
              <a:t>Submission</a:t>
            </a:r>
            <a:r>
              <a:rPr sz="1800" b="1" spc="140" dirty="0">
                <a:solidFill>
                  <a:srgbClr val="C9EDFA"/>
                </a:solidFill>
                <a:latin typeface="Trebuchet MS"/>
                <a:cs typeface="Trebuchet MS"/>
              </a:rPr>
              <a:t> </a:t>
            </a:r>
            <a:r>
              <a:rPr sz="1800" b="1" spc="-35" dirty="0">
                <a:solidFill>
                  <a:srgbClr val="C9EDFA"/>
                </a:solidFill>
                <a:latin typeface="Trebuchet MS"/>
                <a:cs typeface="Trebuchet MS"/>
              </a:rPr>
              <a:t>Date: </a:t>
            </a:r>
            <a:r>
              <a:rPr sz="1800" b="1" dirty="0">
                <a:solidFill>
                  <a:srgbClr val="C9EDFA"/>
                </a:solidFill>
                <a:latin typeface="Trebuchet MS"/>
                <a:cs typeface="Trebuchet MS"/>
              </a:rPr>
              <a:t>1</a:t>
            </a:r>
            <a:r>
              <a:rPr sz="1800" b="1" baseline="25462" dirty="0">
                <a:solidFill>
                  <a:srgbClr val="C9EDFA"/>
                </a:solidFill>
                <a:latin typeface="Trebuchet MS"/>
                <a:cs typeface="Trebuchet MS"/>
              </a:rPr>
              <a:t>st</a:t>
            </a:r>
            <a:r>
              <a:rPr sz="1800" b="1" spc="-7" baseline="25462" dirty="0">
                <a:solidFill>
                  <a:srgbClr val="C9EDFA"/>
                </a:solidFill>
                <a:latin typeface="Trebuchet MS"/>
                <a:cs typeface="Trebuchet MS"/>
              </a:rPr>
              <a:t> </a:t>
            </a:r>
            <a:r>
              <a:rPr sz="1800" b="1" spc="-55" dirty="0">
                <a:solidFill>
                  <a:srgbClr val="C9EDFA"/>
                </a:solidFill>
                <a:latin typeface="Trebuchet MS"/>
                <a:cs typeface="Trebuchet MS"/>
              </a:rPr>
              <a:t>April</a:t>
            </a:r>
            <a:r>
              <a:rPr sz="1800" b="1" spc="-180" dirty="0">
                <a:solidFill>
                  <a:srgbClr val="C9EDFA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C9EDFA"/>
                </a:solidFill>
                <a:latin typeface="Trebuchet MS"/>
                <a:cs typeface="Trebuchet MS"/>
              </a:rPr>
              <a:t>2026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254692" y="1673288"/>
            <a:ext cx="5742305" cy="913130"/>
            <a:chOff x="3254692" y="1673288"/>
            <a:chExt cx="5742305" cy="9131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7549" y="1676336"/>
              <a:ext cx="5738876" cy="90963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4692" y="1673288"/>
              <a:ext cx="5691251" cy="865504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2971800" y="2886011"/>
            <a:ext cx="6301105" cy="919480"/>
            <a:chOff x="2971800" y="2886011"/>
            <a:chExt cx="6301105" cy="91948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1800" y="2886011"/>
              <a:ext cx="6300851" cy="91916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74022" y="2890964"/>
              <a:ext cx="6245987" cy="86702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04010" y="195262"/>
            <a:ext cx="9236710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b="0" u="sng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Arial Black"/>
                <a:cs typeface="Arial Black"/>
              </a:rPr>
              <a:t>INFOSYS</a:t>
            </a:r>
            <a:r>
              <a:rPr sz="5400" b="0" u="sng" spc="-254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Arial Black"/>
                <a:cs typeface="Arial Black"/>
              </a:rPr>
              <a:t> </a:t>
            </a:r>
            <a:r>
              <a:rPr sz="5400" b="0" u="sng" spc="-10" dirty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Arial Black"/>
                <a:cs typeface="Arial Black"/>
              </a:rPr>
              <a:t>SPRINGBOARD</a:t>
            </a:r>
            <a:endParaRPr sz="5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4527" y="1466849"/>
            <a:ext cx="10782935" cy="46088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5115" marR="55244" indent="-285115" algn="r">
              <a:lnSpc>
                <a:spcPct val="100000"/>
              </a:lnSpc>
              <a:spcBef>
                <a:spcPts val="130"/>
              </a:spcBef>
              <a:buClr>
                <a:srgbClr val="E8E8E8"/>
              </a:buClr>
              <a:buFont typeface="Wingdings"/>
              <a:buChar char=""/>
              <a:tabLst>
                <a:tab pos="285115" algn="l"/>
              </a:tabLst>
            </a:pP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Hire</a:t>
            </a:r>
            <a:r>
              <a:rPr sz="2000" b="1" spc="-5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E8E8E8"/>
                </a:solidFill>
                <a:latin typeface="Times New Roman"/>
                <a:cs typeface="Times New Roman"/>
              </a:rPr>
              <a:t>Helper</a:t>
            </a:r>
            <a:r>
              <a:rPr sz="2000" b="1" spc="-80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is</a:t>
            </a:r>
            <a:r>
              <a:rPr sz="2000" b="1" spc="-40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a</a:t>
            </a:r>
            <a:r>
              <a:rPr sz="2000" b="1" spc="-45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task</a:t>
            </a:r>
            <a:r>
              <a:rPr sz="2000" b="1" spc="-10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management</a:t>
            </a:r>
            <a:r>
              <a:rPr sz="2000" b="1" spc="-5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platform</a:t>
            </a:r>
            <a:r>
              <a:rPr sz="2000" b="1" spc="-40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where</a:t>
            </a:r>
            <a:r>
              <a:rPr sz="2000" b="1" spc="-5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users</a:t>
            </a:r>
            <a:r>
              <a:rPr sz="2000" b="1" spc="-45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can</a:t>
            </a:r>
            <a:r>
              <a:rPr sz="2000" b="1" spc="-75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post</a:t>
            </a:r>
            <a:r>
              <a:rPr sz="2000" b="1" spc="-75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tasks</a:t>
            </a:r>
            <a:r>
              <a:rPr sz="2000" b="1" spc="-45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and</a:t>
            </a:r>
            <a:r>
              <a:rPr sz="2000" b="1" spc="-80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others</a:t>
            </a:r>
            <a:r>
              <a:rPr sz="2000" b="1" spc="-45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can</a:t>
            </a:r>
            <a:r>
              <a:rPr sz="2000" b="1" spc="-10" dirty="0">
                <a:solidFill>
                  <a:srgbClr val="E8E8E8"/>
                </a:solidFill>
                <a:latin typeface="Times New Roman"/>
                <a:cs typeface="Times New Roman"/>
              </a:rPr>
              <a:t> request</a:t>
            </a:r>
            <a:r>
              <a:rPr sz="2000" b="1" spc="-75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E8E8E8"/>
                </a:solidFill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help.</a:t>
            </a:r>
            <a:r>
              <a:rPr sz="2000" b="1" spc="-80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The</a:t>
            </a:r>
            <a:r>
              <a:rPr sz="2000" b="1" spc="-20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system</a:t>
            </a:r>
            <a:r>
              <a:rPr sz="2000" b="1" spc="-120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includes</a:t>
            </a:r>
            <a:r>
              <a:rPr sz="2000" b="1" spc="-55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task</a:t>
            </a:r>
            <a:r>
              <a:rPr sz="2000" b="1" spc="-90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management,</a:t>
            </a:r>
            <a:r>
              <a:rPr sz="2000" b="1" spc="-75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request</a:t>
            </a:r>
            <a:r>
              <a:rPr sz="2000" b="1" spc="-20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handling,</a:t>
            </a:r>
            <a:r>
              <a:rPr sz="2000" b="1" spc="-5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notifications,</a:t>
            </a:r>
            <a:r>
              <a:rPr sz="2000" b="1" spc="-70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and</a:t>
            </a:r>
            <a:r>
              <a:rPr sz="2000" b="1" spc="-20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profile</a:t>
            </a:r>
            <a:r>
              <a:rPr sz="2000" b="1" spc="-85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E8E8E8"/>
                </a:solidFill>
                <a:latin typeface="Times New Roman"/>
                <a:cs typeface="Times New Roman"/>
              </a:rPr>
              <a:t>settings.</a:t>
            </a:r>
            <a:r>
              <a:rPr sz="2000" b="1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805"/>
              </a:spcBef>
              <a:buFont typeface="Wingdings"/>
              <a:buChar char=""/>
              <a:tabLst>
                <a:tab pos="297815" algn="l"/>
              </a:tabLst>
            </a:pP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The</a:t>
            </a:r>
            <a:r>
              <a:rPr sz="2000" b="1" spc="-50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platform</a:t>
            </a:r>
            <a:r>
              <a:rPr sz="2000" b="1" spc="-85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allows</a:t>
            </a:r>
            <a:r>
              <a:rPr sz="2000" b="1" spc="-15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E8E8E8"/>
                </a:solidFill>
                <a:latin typeface="Times New Roman"/>
                <a:cs typeface="Times New Roman"/>
              </a:rPr>
              <a:t>users</a:t>
            </a:r>
            <a:r>
              <a:rPr sz="2000" b="1" spc="-15" dirty="0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E8E8E8"/>
                </a:solidFill>
                <a:latin typeface="Times New Roman"/>
                <a:cs typeface="Times New Roman"/>
              </a:rPr>
              <a:t>to:</a:t>
            </a:r>
            <a:endParaRPr sz="2000">
              <a:latin typeface="Times New Roman"/>
              <a:cs typeface="Times New Roman"/>
            </a:endParaRPr>
          </a:p>
          <a:p>
            <a:pPr marL="448945" lvl="1" indent="-150495">
              <a:lnSpc>
                <a:spcPct val="100000"/>
              </a:lnSpc>
              <a:spcBef>
                <a:spcPts val="1105"/>
              </a:spcBef>
              <a:buChar char="•"/>
              <a:tabLst>
                <a:tab pos="448945" algn="l"/>
              </a:tabLst>
            </a:pPr>
            <a:r>
              <a:rPr sz="1800" dirty="0">
                <a:solidFill>
                  <a:srgbClr val="FFFF00"/>
                </a:solidFill>
                <a:latin typeface="Trebuchet MS"/>
                <a:cs typeface="Trebuchet MS"/>
              </a:rPr>
              <a:t>Post</a:t>
            </a:r>
            <a:r>
              <a:rPr sz="1800" spc="-190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00"/>
                </a:solidFill>
                <a:latin typeface="Trebuchet MS"/>
                <a:cs typeface="Trebuchet MS"/>
              </a:rPr>
              <a:t>tasks</a:t>
            </a:r>
            <a:r>
              <a:rPr sz="1800" spc="-100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FFFF00"/>
                </a:solidFill>
                <a:latin typeface="Trebuchet MS"/>
                <a:cs typeface="Trebuchet MS"/>
              </a:rPr>
              <a:t>with</a:t>
            </a:r>
            <a:r>
              <a:rPr sz="1800" spc="-145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FFFF00"/>
                </a:solidFill>
                <a:latin typeface="Trebuchet MS"/>
                <a:cs typeface="Trebuchet MS"/>
              </a:rPr>
              <a:t>required</a:t>
            </a:r>
            <a:r>
              <a:rPr sz="1800" spc="-160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FFFF00"/>
                </a:solidFill>
                <a:latin typeface="Trebuchet MS"/>
                <a:cs typeface="Trebuchet MS"/>
              </a:rPr>
              <a:t>details</a:t>
            </a:r>
            <a:r>
              <a:rPr sz="1800" spc="-100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rgbClr val="FFFF00"/>
                </a:solidFill>
                <a:latin typeface="Trebuchet MS"/>
                <a:cs typeface="Trebuchet MS"/>
              </a:rPr>
              <a:t>such</a:t>
            </a:r>
            <a:r>
              <a:rPr sz="1800" spc="-145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00"/>
                </a:solidFill>
                <a:latin typeface="Trebuchet MS"/>
                <a:cs typeface="Trebuchet MS"/>
              </a:rPr>
              <a:t>as</a:t>
            </a:r>
            <a:r>
              <a:rPr sz="1800" spc="-100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FFFF00"/>
                </a:solidFill>
                <a:latin typeface="Trebuchet MS"/>
                <a:cs typeface="Trebuchet MS"/>
              </a:rPr>
              <a:t>location,</a:t>
            </a:r>
            <a:r>
              <a:rPr sz="1800" spc="-114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FFFF00"/>
                </a:solidFill>
                <a:latin typeface="Trebuchet MS"/>
                <a:cs typeface="Trebuchet MS"/>
              </a:rPr>
              <a:t>time,</a:t>
            </a:r>
            <a:r>
              <a:rPr sz="1800" spc="-114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00"/>
                </a:solidFill>
                <a:latin typeface="Trebuchet MS"/>
                <a:cs typeface="Trebuchet MS"/>
              </a:rPr>
              <a:t>and</a:t>
            </a:r>
            <a:r>
              <a:rPr sz="1800" spc="-165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00"/>
                </a:solidFill>
                <a:latin typeface="Trebuchet MS"/>
                <a:cs typeface="Trebuchet MS"/>
              </a:rPr>
              <a:t>description.</a:t>
            </a:r>
            <a:endParaRPr sz="1800">
              <a:latin typeface="Trebuchet MS"/>
              <a:cs typeface="Trebuchet MS"/>
            </a:endParaRPr>
          </a:p>
          <a:p>
            <a:pPr marL="448945" lvl="1" indent="-150495">
              <a:lnSpc>
                <a:spcPct val="100000"/>
              </a:lnSpc>
              <a:spcBef>
                <a:spcPts val="1145"/>
              </a:spcBef>
              <a:buChar char="•"/>
              <a:tabLst>
                <a:tab pos="448945" algn="l"/>
              </a:tabLst>
            </a:pPr>
            <a:r>
              <a:rPr sz="1800" spc="-10" dirty="0">
                <a:solidFill>
                  <a:srgbClr val="FFFF00"/>
                </a:solidFill>
                <a:latin typeface="Trebuchet MS"/>
                <a:cs typeface="Trebuchet MS"/>
              </a:rPr>
              <a:t>Browse</a:t>
            </a:r>
            <a:r>
              <a:rPr sz="1800" spc="-120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FFFF00"/>
                </a:solidFill>
                <a:latin typeface="Trebuchet MS"/>
                <a:cs typeface="Trebuchet MS"/>
              </a:rPr>
              <a:t>available</a:t>
            </a:r>
            <a:r>
              <a:rPr sz="1800" spc="-114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00"/>
                </a:solidFill>
                <a:latin typeface="Trebuchet MS"/>
                <a:cs typeface="Trebuchet MS"/>
              </a:rPr>
              <a:t>tasks</a:t>
            </a:r>
            <a:r>
              <a:rPr sz="1800" spc="-120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00"/>
                </a:solidFill>
                <a:latin typeface="Trebuchet MS"/>
                <a:cs typeface="Trebuchet MS"/>
              </a:rPr>
              <a:t>posted</a:t>
            </a:r>
            <a:r>
              <a:rPr sz="1800" spc="-175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FFFF00"/>
                </a:solidFill>
                <a:latin typeface="Trebuchet MS"/>
                <a:cs typeface="Trebuchet MS"/>
              </a:rPr>
              <a:t>by</a:t>
            </a:r>
            <a:r>
              <a:rPr sz="1800" spc="-135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00"/>
                </a:solidFill>
                <a:latin typeface="Trebuchet MS"/>
                <a:cs typeface="Trebuchet MS"/>
              </a:rPr>
              <a:t>others.</a:t>
            </a:r>
            <a:endParaRPr sz="1800">
              <a:latin typeface="Trebuchet MS"/>
              <a:cs typeface="Trebuchet MS"/>
            </a:endParaRPr>
          </a:p>
          <a:p>
            <a:pPr marL="448945" lvl="1" indent="-150495">
              <a:lnSpc>
                <a:spcPct val="100000"/>
              </a:lnSpc>
              <a:spcBef>
                <a:spcPts val="1070"/>
              </a:spcBef>
              <a:buChar char="•"/>
              <a:tabLst>
                <a:tab pos="448945" algn="l"/>
              </a:tabLst>
            </a:pPr>
            <a:r>
              <a:rPr sz="1800" dirty="0">
                <a:solidFill>
                  <a:srgbClr val="FFFF00"/>
                </a:solidFill>
                <a:latin typeface="Trebuchet MS"/>
                <a:cs typeface="Trebuchet MS"/>
              </a:rPr>
              <a:t>Send</a:t>
            </a:r>
            <a:r>
              <a:rPr sz="1800" spc="-145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00"/>
                </a:solidFill>
                <a:latin typeface="Trebuchet MS"/>
                <a:cs typeface="Trebuchet MS"/>
              </a:rPr>
              <a:t>and</a:t>
            </a:r>
            <a:r>
              <a:rPr sz="1800" spc="-150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FFFF00"/>
                </a:solidFill>
                <a:latin typeface="Trebuchet MS"/>
                <a:cs typeface="Trebuchet MS"/>
              </a:rPr>
              <a:t>receive</a:t>
            </a:r>
            <a:r>
              <a:rPr sz="1800" spc="-80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00"/>
                </a:solidFill>
                <a:latin typeface="Trebuchet MS"/>
                <a:cs typeface="Trebuchet MS"/>
              </a:rPr>
              <a:t>task</a:t>
            </a:r>
            <a:r>
              <a:rPr sz="1800" spc="-165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00"/>
                </a:solidFill>
                <a:latin typeface="Trebuchet MS"/>
                <a:cs typeface="Trebuchet MS"/>
              </a:rPr>
              <a:t>requests.</a:t>
            </a:r>
            <a:endParaRPr sz="1800">
              <a:latin typeface="Trebuchet MS"/>
              <a:cs typeface="Trebuchet MS"/>
            </a:endParaRPr>
          </a:p>
          <a:p>
            <a:pPr marL="448945" lvl="1" indent="-150495">
              <a:lnSpc>
                <a:spcPct val="100000"/>
              </a:lnSpc>
              <a:spcBef>
                <a:spcPts val="1070"/>
              </a:spcBef>
              <a:buChar char="•"/>
              <a:tabLst>
                <a:tab pos="448945" algn="l"/>
              </a:tabLst>
            </a:pPr>
            <a:r>
              <a:rPr sz="1800" spc="-10" dirty="0">
                <a:solidFill>
                  <a:srgbClr val="FFFF00"/>
                </a:solidFill>
                <a:latin typeface="Trebuchet MS"/>
                <a:cs typeface="Trebuchet MS"/>
              </a:rPr>
              <a:t>Accept</a:t>
            </a:r>
            <a:r>
              <a:rPr sz="1800" spc="-130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FFFF00"/>
                </a:solidFill>
                <a:latin typeface="Trebuchet MS"/>
                <a:cs typeface="Trebuchet MS"/>
              </a:rPr>
              <a:t>or</a:t>
            </a:r>
            <a:r>
              <a:rPr sz="1800" spc="-155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FFFF00"/>
                </a:solidFill>
                <a:latin typeface="Trebuchet MS"/>
                <a:cs typeface="Trebuchet MS"/>
              </a:rPr>
              <a:t>reject</a:t>
            </a:r>
            <a:r>
              <a:rPr sz="1800" spc="-130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00"/>
                </a:solidFill>
                <a:latin typeface="Trebuchet MS"/>
                <a:cs typeface="Trebuchet MS"/>
              </a:rPr>
              <a:t>requests.</a:t>
            </a:r>
            <a:endParaRPr sz="1800">
              <a:latin typeface="Trebuchet MS"/>
              <a:cs typeface="Trebuchet MS"/>
            </a:endParaRPr>
          </a:p>
          <a:p>
            <a:pPr marL="448945" lvl="1" indent="-150495">
              <a:lnSpc>
                <a:spcPct val="100000"/>
              </a:lnSpc>
              <a:spcBef>
                <a:spcPts val="1070"/>
              </a:spcBef>
              <a:buChar char="•"/>
              <a:tabLst>
                <a:tab pos="448945" algn="l"/>
              </a:tabLst>
            </a:pPr>
            <a:r>
              <a:rPr sz="1800" spc="-40" dirty="0">
                <a:solidFill>
                  <a:srgbClr val="FFFF00"/>
                </a:solidFill>
                <a:latin typeface="Trebuchet MS"/>
                <a:cs typeface="Trebuchet MS"/>
              </a:rPr>
              <a:t>Receive</a:t>
            </a:r>
            <a:r>
              <a:rPr sz="1800" spc="-170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FFFF00"/>
                </a:solidFill>
                <a:latin typeface="Trebuchet MS"/>
                <a:cs typeface="Trebuchet MS"/>
              </a:rPr>
              <a:t>real-</a:t>
            </a:r>
            <a:r>
              <a:rPr sz="1800" spc="-65" dirty="0">
                <a:solidFill>
                  <a:srgbClr val="FFFF00"/>
                </a:solidFill>
                <a:latin typeface="Trebuchet MS"/>
                <a:cs typeface="Trebuchet MS"/>
              </a:rPr>
              <a:t>time</a:t>
            </a:r>
            <a:r>
              <a:rPr sz="1800" spc="-80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00"/>
                </a:solidFill>
                <a:latin typeface="Trebuchet MS"/>
                <a:cs typeface="Trebuchet MS"/>
              </a:rPr>
              <a:t>notifications.</a:t>
            </a:r>
            <a:endParaRPr sz="1800">
              <a:latin typeface="Trebuchet MS"/>
              <a:cs typeface="Trebuchet MS"/>
            </a:endParaRPr>
          </a:p>
          <a:p>
            <a:pPr marL="448945" lvl="1" indent="-150495">
              <a:lnSpc>
                <a:spcPct val="100000"/>
              </a:lnSpc>
              <a:spcBef>
                <a:spcPts val="1070"/>
              </a:spcBef>
              <a:buChar char="•"/>
              <a:tabLst>
                <a:tab pos="448945" algn="l"/>
              </a:tabLst>
            </a:pPr>
            <a:r>
              <a:rPr sz="1800" dirty="0">
                <a:solidFill>
                  <a:srgbClr val="FFFF00"/>
                </a:solidFill>
                <a:latin typeface="Trebuchet MS"/>
                <a:cs typeface="Trebuchet MS"/>
              </a:rPr>
              <a:t>Manage</a:t>
            </a:r>
            <a:r>
              <a:rPr sz="1800" spc="-110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00"/>
                </a:solidFill>
                <a:latin typeface="Trebuchet MS"/>
                <a:cs typeface="Trebuchet MS"/>
              </a:rPr>
              <a:t>personal</a:t>
            </a:r>
            <a:r>
              <a:rPr sz="1800" spc="-155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FFFF00"/>
                </a:solidFill>
                <a:latin typeface="Trebuchet MS"/>
                <a:cs typeface="Trebuchet MS"/>
              </a:rPr>
              <a:t>profile</a:t>
            </a:r>
            <a:r>
              <a:rPr sz="1800" spc="-105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00"/>
                </a:solidFill>
                <a:latin typeface="Trebuchet MS"/>
                <a:cs typeface="Trebuchet MS"/>
              </a:rPr>
              <a:t>and</a:t>
            </a:r>
            <a:r>
              <a:rPr sz="1800" spc="-170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00"/>
                </a:solidFill>
                <a:latin typeface="Trebuchet MS"/>
                <a:cs typeface="Trebuchet MS"/>
              </a:rPr>
              <a:t>settings.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800">
              <a:latin typeface="Trebuchet MS"/>
              <a:cs typeface="Trebuchet MS"/>
            </a:endParaRPr>
          </a:p>
          <a:p>
            <a:pPr marL="12700" marR="770890">
              <a:lnSpc>
                <a:spcPct val="100000"/>
              </a:lnSpc>
            </a:pPr>
            <a:r>
              <a:rPr sz="2000" spc="-75" dirty="0">
                <a:solidFill>
                  <a:srgbClr val="E8E8E8"/>
                </a:solidFill>
                <a:latin typeface="Trebuchet MS"/>
                <a:cs typeface="Trebuchet MS"/>
              </a:rPr>
              <a:t>The</a:t>
            </a:r>
            <a:r>
              <a:rPr sz="2000" spc="-20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E8E8E8"/>
                </a:solidFill>
                <a:latin typeface="Trebuchet MS"/>
                <a:cs typeface="Trebuchet MS"/>
              </a:rPr>
              <a:t>system</a:t>
            </a:r>
            <a:r>
              <a:rPr sz="2000" spc="-18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E8E8E8"/>
                </a:solidFill>
                <a:latin typeface="Trebuchet MS"/>
                <a:cs typeface="Trebuchet MS"/>
              </a:rPr>
              <a:t>ensures</a:t>
            </a:r>
            <a:r>
              <a:rPr sz="2000" spc="-10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E8E8E8"/>
                </a:solidFill>
                <a:latin typeface="Trebuchet MS"/>
                <a:cs typeface="Trebuchet MS"/>
              </a:rPr>
              <a:t>smooth</a:t>
            </a:r>
            <a:r>
              <a:rPr sz="2000" spc="-8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E8E8E8"/>
                </a:solidFill>
                <a:latin typeface="Trebuchet MS"/>
                <a:cs typeface="Trebuchet MS"/>
              </a:rPr>
              <a:t>communication</a:t>
            </a:r>
            <a:r>
              <a:rPr sz="2000" spc="-16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E8E8E8"/>
                </a:solidFill>
                <a:latin typeface="Trebuchet MS"/>
                <a:cs typeface="Trebuchet MS"/>
              </a:rPr>
              <a:t>between</a:t>
            </a:r>
            <a:r>
              <a:rPr sz="2000" spc="-17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E8E8E8"/>
                </a:solidFill>
                <a:latin typeface="Trebuchet MS"/>
                <a:cs typeface="Trebuchet MS"/>
              </a:rPr>
              <a:t>task</a:t>
            </a:r>
            <a:r>
              <a:rPr sz="2000" spc="-10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E8E8E8"/>
                </a:solidFill>
                <a:latin typeface="Trebuchet MS"/>
                <a:cs typeface="Trebuchet MS"/>
              </a:rPr>
              <a:t>owners</a:t>
            </a:r>
            <a:r>
              <a:rPr sz="2000" spc="-18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E8E8E8"/>
                </a:solidFill>
                <a:latin typeface="Trebuchet MS"/>
                <a:cs typeface="Trebuchet MS"/>
              </a:rPr>
              <a:t>and</a:t>
            </a:r>
            <a:r>
              <a:rPr sz="2000" spc="-11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E8E8E8"/>
                </a:solidFill>
                <a:latin typeface="Trebuchet MS"/>
                <a:cs typeface="Trebuchet MS"/>
              </a:rPr>
              <a:t>helpers,</a:t>
            </a:r>
            <a:r>
              <a:rPr sz="2000" spc="-15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E8E8E8"/>
                </a:solidFill>
                <a:latin typeface="Trebuchet MS"/>
                <a:cs typeface="Trebuchet MS"/>
              </a:rPr>
              <a:t>making</a:t>
            </a:r>
            <a:r>
              <a:rPr sz="2000" spc="-18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E8E8E8"/>
                </a:solidFill>
                <a:latin typeface="Trebuchet MS"/>
                <a:cs typeface="Trebuchet MS"/>
              </a:rPr>
              <a:t>task </a:t>
            </a:r>
            <a:r>
              <a:rPr sz="2000" spc="-25" dirty="0">
                <a:solidFill>
                  <a:srgbClr val="E8E8E8"/>
                </a:solidFill>
                <a:latin typeface="Trebuchet MS"/>
                <a:cs typeface="Trebuchet MS"/>
              </a:rPr>
              <a:t>management</a:t>
            </a:r>
            <a:r>
              <a:rPr sz="2000" spc="-15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E8E8E8"/>
                </a:solidFill>
                <a:latin typeface="Trebuchet MS"/>
                <a:cs typeface="Trebuchet MS"/>
              </a:rPr>
              <a:t>simple,</a:t>
            </a:r>
            <a:r>
              <a:rPr sz="2000" spc="-15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E8E8E8"/>
                </a:solidFill>
                <a:latin typeface="Trebuchet MS"/>
                <a:cs typeface="Trebuchet MS"/>
              </a:rPr>
              <a:t>efficient,</a:t>
            </a:r>
            <a:r>
              <a:rPr sz="2000" spc="-7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E8E8E8"/>
                </a:solidFill>
                <a:latin typeface="Trebuchet MS"/>
                <a:cs typeface="Trebuchet MS"/>
              </a:rPr>
              <a:t>and</a:t>
            </a:r>
            <a:r>
              <a:rPr sz="2000" spc="-10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E8E8E8"/>
                </a:solidFill>
                <a:latin typeface="Trebuchet MS"/>
                <a:cs typeface="Trebuchet MS"/>
              </a:rPr>
              <a:t>user-</a:t>
            </a:r>
            <a:r>
              <a:rPr sz="2000" spc="-10" dirty="0">
                <a:solidFill>
                  <a:srgbClr val="E8E8E8"/>
                </a:solidFill>
                <a:latin typeface="Trebuchet MS"/>
                <a:cs typeface="Trebuchet MS"/>
              </a:rPr>
              <a:t>friendly.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1500" y="647700"/>
            <a:ext cx="3467100" cy="523875"/>
            <a:chOff x="571500" y="647700"/>
            <a:chExt cx="3467100" cy="523875"/>
          </a:xfrm>
        </p:grpSpPr>
        <p:sp>
          <p:nvSpPr>
            <p:cNvPr id="4" name="object 4"/>
            <p:cNvSpPr/>
            <p:nvPr/>
          </p:nvSpPr>
          <p:spPr>
            <a:xfrm>
              <a:off x="581025" y="657225"/>
              <a:ext cx="3448050" cy="504825"/>
            </a:xfrm>
            <a:custGeom>
              <a:avLst/>
              <a:gdLst/>
              <a:ahLst/>
              <a:cxnLst/>
              <a:rect l="l" t="t" r="r" b="b"/>
              <a:pathLst>
                <a:path w="3448050" h="504825">
                  <a:moveTo>
                    <a:pt x="3448050" y="0"/>
                  </a:moveTo>
                  <a:lnTo>
                    <a:pt x="84137" y="0"/>
                  </a:lnTo>
                  <a:lnTo>
                    <a:pt x="51386" y="6619"/>
                  </a:lnTo>
                  <a:lnTo>
                    <a:pt x="24642" y="24669"/>
                  </a:lnTo>
                  <a:lnTo>
                    <a:pt x="6611" y="51435"/>
                  </a:lnTo>
                  <a:lnTo>
                    <a:pt x="0" y="84200"/>
                  </a:lnTo>
                  <a:lnTo>
                    <a:pt x="0" y="504825"/>
                  </a:lnTo>
                  <a:lnTo>
                    <a:pt x="3363849" y="504825"/>
                  </a:lnTo>
                  <a:lnTo>
                    <a:pt x="3396615" y="498205"/>
                  </a:lnTo>
                  <a:lnTo>
                    <a:pt x="3423380" y="480155"/>
                  </a:lnTo>
                  <a:lnTo>
                    <a:pt x="3441430" y="453389"/>
                  </a:lnTo>
                  <a:lnTo>
                    <a:pt x="3448050" y="420624"/>
                  </a:lnTo>
                  <a:lnTo>
                    <a:pt x="3448050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1025" y="657225"/>
              <a:ext cx="3448050" cy="504825"/>
            </a:xfrm>
            <a:custGeom>
              <a:avLst/>
              <a:gdLst/>
              <a:ahLst/>
              <a:cxnLst/>
              <a:rect l="l" t="t" r="r" b="b"/>
              <a:pathLst>
                <a:path w="3448050" h="504825">
                  <a:moveTo>
                    <a:pt x="84137" y="0"/>
                  </a:moveTo>
                  <a:lnTo>
                    <a:pt x="3448050" y="0"/>
                  </a:lnTo>
                  <a:lnTo>
                    <a:pt x="3448050" y="420624"/>
                  </a:lnTo>
                  <a:lnTo>
                    <a:pt x="3441430" y="453389"/>
                  </a:lnTo>
                  <a:lnTo>
                    <a:pt x="3423380" y="480155"/>
                  </a:lnTo>
                  <a:lnTo>
                    <a:pt x="3396615" y="498205"/>
                  </a:lnTo>
                  <a:lnTo>
                    <a:pt x="3363849" y="504825"/>
                  </a:lnTo>
                  <a:lnTo>
                    <a:pt x="0" y="504825"/>
                  </a:lnTo>
                  <a:lnTo>
                    <a:pt x="0" y="84200"/>
                  </a:lnTo>
                  <a:lnTo>
                    <a:pt x="6611" y="51435"/>
                  </a:lnTo>
                  <a:lnTo>
                    <a:pt x="24642" y="24669"/>
                  </a:lnTo>
                  <a:lnTo>
                    <a:pt x="51386" y="6619"/>
                  </a:lnTo>
                  <a:lnTo>
                    <a:pt x="84137" y="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3855" y="652780"/>
            <a:ext cx="342265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130"/>
              </a:spcBef>
            </a:pPr>
            <a:r>
              <a:rPr b="0" spc="-90" dirty="0">
                <a:solidFill>
                  <a:srgbClr val="FF0000"/>
                </a:solidFill>
                <a:latin typeface="Trebuchet MS"/>
                <a:cs typeface="Trebuchet MS"/>
              </a:rPr>
              <a:t>Project</a:t>
            </a:r>
            <a:r>
              <a:rPr b="0" spc="-1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b="0" spc="-10" dirty="0">
                <a:solidFill>
                  <a:srgbClr val="FF0000"/>
                </a:solidFill>
                <a:latin typeface="Trebuchet MS"/>
                <a:cs typeface="Trebuchet MS"/>
              </a:rPr>
              <a:t>Overview: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752975" y="403225"/>
                </a:moveTo>
                <a:lnTo>
                  <a:pt x="4744478" y="361238"/>
                </a:lnTo>
                <a:lnTo>
                  <a:pt x="4721326" y="326923"/>
                </a:lnTo>
                <a:lnTo>
                  <a:pt x="4687011" y="303771"/>
                </a:lnTo>
                <a:lnTo>
                  <a:pt x="4645025" y="295275"/>
                </a:lnTo>
                <a:lnTo>
                  <a:pt x="660400" y="295275"/>
                </a:lnTo>
                <a:lnTo>
                  <a:pt x="618375" y="303771"/>
                </a:lnTo>
                <a:lnTo>
                  <a:pt x="584060" y="326923"/>
                </a:lnTo>
                <a:lnTo>
                  <a:pt x="560933" y="361238"/>
                </a:lnTo>
                <a:lnTo>
                  <a:pt x="552450" y="403225"/>
                </a:lnTo>
                <a:lnTo>
                  <a:pt x="552450" y="835025"/>
                </a:lnTo>
                <a:lnTo>
                  <a:pt x="560933" y="877023"/>
                </a:lnTo>
                <a:lnTo>
                  <a:pt x="584060" y="911339"/>
                </a:lnTo>
                <a:lnTo>
                  <a:pt x="618375" y="934491"/>
                </a:lnTo>
                <a:lnTo>
                  <a:pt x="660400" y="942975"/>
                </a:lnTo>
                <a:lnTo>
                  <a:pt x="4645025" y="942975"/>
                </a:lnTo>
                <a:lnTo>
                  <a:pt x="4687011" y="934491"/>
                </a:lnTo>
                <a:lnTo>
                  <a:pt x="4721326" y="911339"/>
                </a:lnTo>
                <a:lnTo>
                  <a:pt x="4744478" y="877023"/>
                </a:lnTo>
                <a:lnTo>
                  <a:pt x="4752975" y="835025"/>
                </a:lnTo>
                <a:lnTo>
                  <a:pt x="4752975" y="403225"/>
                </a:lnTo>
                <a:close/>
              </a:path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219075"/>
                </a:lnTo>
                <a:lnTo>
                  <a:pt x="0" y="6858000"/>
                </a:lnTo>
                <a:lnTo>
                  <a:pt x="428625" y="6858000"/>
                </a:lnTo>
                <a:lnTo>
                  <a:pt x="428625" y="219075"/>
                </a:lnTo>
                <a:lnTo>
                  <a:pt x="12192000" y="21907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C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FFFFFF"/>
                </a:solidFill>
              </a:rPr>
              <a:t>Project</a:t>
            </a:r>
            <a:r>
              <a:rPr spc="6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Objectives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44512" y="1087500"/>
            <a:ext cx="11227435" cy="882650"/>
            <a:chOff x="544512" y="1087500"/>
            <a:chExt cx="11227435" cy="882650"/>
          </a:xfrm>
        </p:grpSpPr>
        <p:sp>
          <p:nvSpPr>
            <p:cNvPr id="5" name="object 5"/>
            <p:cNvSpPr/>
            <p:nvPr/>
          </p:nvSpPr>
          <p:spPr>
            <a:xfrm>
              <a:off x="557212" y="1100200"/>
              <a:ext cx="11202035" cy="857250"/>
            </a:xfrm>
            <a:custGeom>
              <a:avLst/>
              <a:gdLst/>
              <a:ahLst/>
              <a:cxnLst/>
              <a:rect l="l" t="t" r="r" b="b"/>
              <a:pathLst>
                <a:path w="11202035" h="857250">
                  <a:moveTo>
                    <a:pt x="11058588" y="0"/>
                  </a:moveTo>
                  <a:lnTo>
                    <a:pt x="142875" y="0"/>
                  </a:lnTo>
                  <a:lnTo>
                    <a:pt x="97716" y="7274"/>
                  </a:lnTo>
                  <a:lnTo>
                    <a:pt x="58495" y="27533"/>
                  </a:lnTo>
                  <a:lnTo>
                    <a:pt x="27567" y="58430"/>
                  </a:lnTo>
                  <a:lnTo>
                    <a:pt x="7284" y="97617"/>
                  </a:lnTo>
                  <a:lnTo>
                    <a:pt x="0" y="142748"/>
                  </a:lnTo>
                  <a:lnTo>
                    <a:pt x="0" y="714375"/>
                  </a:lnTo>
                  <a:lnTo>
                    <a:pt x="7284" y="759518"/>
                  </a:lnTo>
                  <a:lnTo>
                    <a:pt x="27567" y="798737"/>
                  </a:lnTo>
                  <a:lnTo>
                    <a:pt x="58495" y="829671"/>
                  </a:lnTo>
                  <a:lnTo>
                    <a:pt x="97716" y="849962"/>
                  </a:lnTo>
                  <a:lnTo>
                    <a:pt x="142875" y="857250"/>
                  </a:lnTo>
                  <a:lnTo>
                    <a:pt x="11058588" y="857250"/>
                  </a:lnTo>
                  <a:lnTo>
                    <a:pt x="11103732" y="849962"/>
                  </a:lnTo>
                  <a:lnTo>
                    <a:pt x="11142951" y="829671"/>
                  </a:lnTo>
                  <a:lnTo>
                    <a:pt x="11173885" y="798737"/>
                  </a:lnTo>
                  <a:lnTo>
                    <a:pt x="11194175" y="759518"/>
                  </a:lnTo>
                  <a:lnTo>
                    <a:pt x="11201463" y="714375"/>
                  </a:lnTo>
                  <a:lnTo>
                    <a:pt x="11201463" y="142748"/>
                  </a:lnTo>
                  <a:lnTo>
                    <a:pt x="11194175" y="97617"/>
                  </a:lnTo>
                  <a:lnTo>
                    <a:pt x="11173885" y="58430"/>
                  </a:lnTo>
                  <a:lnTo>
                    <a:pt x="11142951" y="27533"/>
                  </a:lnTo>
                  <a:lnTo>
                    <a:pt x="11103732" y="7274"/>
                  </a:lnTo>
                  <a:lnTo>
                    <a:pt x="11058588" y="0"/>
                  </a:lnTo>
                  <a:close/>
                </a:path>
              </a:pathLst>
            </a:custGeom>
            <a:solidFill>
              <a:srgbClr val="FFFFFF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7212" y="1100200"/>
              <a:ext cx="11202035" cy="857250"/>
            </a:xfrm>
            <a:custGeom>
              <a:avLst/>
              <a:gdLst/>
              <a:ahLst/>
              <a:cxnLst/>
              <a:rect l="l" t="t" r="r" b="b"/>
              <a:pathLst>
                <a:path w="11202035" h="857250">
                  <a:moveTo>
                    <a:pt x="0" y="142748"/>
                  </a:moveTo>
                  <a:lnTo>
                    <a:pt x="7284" y="97617"/>
                  </a:lnTo>
                  <a:lnTo>
                    <a:pt x="27567" y="58430"/>
                  </a:lnTo>
                  <a:lnTo>
                    <a:pt x="58495" y="27533"/>
                  </a:lnTo>
                  <a:lnTo>
                    <a:pt x="97716" y="7274"/>
                  </a:lnTo>
                  <a:lnTo>
                    <a:pt x="142875" y="0"/>
                  </a:lnTo>
                  <a:lnTo>
                    <a:pt x="11058588" y="0"/>
                  </a:lnTo>
                  <a:lnTo>
                    <a:pt x="11103732" y="7274"/>
                  </a:lnTo>
                  <a:lnTo>
                    <a:pt x="11142951" y="27533"/>
                  </a:lnTo>
                  <a:lnTo>
                    <a:pt x="11173885" y="58430"/>
                  </a:lnTo>
                  <a:lnTo>
                    <a:pt x="11194175" y="97617"/>
                  </a:lnTo>
                  <a:lnTo>
                    <a:pt x="11201463" y="142748"/>
                  </a:lnTo>
                  <a:lnTo>
                    <a:pt x="11201463" y="714375"/>
                  </a:lnTo>
                  <a:lnTo>
                    <a:pt x="11194175" y="759518"/>
                  </a:lnTo>
                  <a:lnTo>
                    <a:pt x="11173885" y="798737"/>
                  </a:lnTo>
                  <a:lnTo>
                    <a:pt x="11142951" y="829671"/>
                  </a:lnTo>
                  <a:lnTo>
                    <a:pt x="11103732" y="849962"/>
                  </a:lnTo>
                  <a:lnTo>
                    <a:pt x="11058588" y="857250"/>
                  </a:lnTo>
                  <a:lnTo>
                    <a:pt x="142875" y="857250"/>
                  </a:lnTo>
                  <a:lnTo>
                    <a:pt x="97716" y="849962"/>
                  </a:lnTo>
                  <a:lnTo>
                    <a:pt x="58495" y="829671"/>
                  </a:lnTo>
                  <a:lnTo>
                    <a:pt x="27567" y="798737"/>
                  </a:lnTo>
                  <a:lnTo>
                    <a:pt x="7284" y="759518"/>
                  </a:lnTo>
                  <a:lnTo>
                    <a:pt x="0" y="714375"/>
                  </a:lnTo>
                  <a:lnTo>
                    <a:pt x="0" y="142748"/>
                  </a:lnTo>
                  <a:close/>
                </a:path>
              </a:pathLst>
            </a:custGeom>
            <a:ln w="25400">
              <a:solidFill>
                <a:srgbClr val="00C7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1025" y="1123949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400050" y="0"/>
                  </a:moveTo>
                  <a:lnTo>
                    <a:pt x="353395" y="2690"/>
                  </a:lnTo>
                  <a:lnTo>
                    <a:pt x="308322" y="10563"/>
                  </a:lnTo>
                  <a:lnTo>
                    <a:pt x="265129" y="23318"/>
                  </a:lnTo>
                  <a:lnTo>
                    <a:pt x="224117" y="40654"/>
                  </a:lnTo>
                  <a:lnTo>
                    <a:pt x="185587" y="62273"/>
                  </a:lnTo>
                  <a:lnTo>
                    <a:pt x="149838" y="87874"/>
                  </a:lnTo>
                  <a:lnTo>
                    <a:pt x="117171" y="117157"/>
                  </a:lnTo>
                  <a:lnTo>
                    <a:pt x="87886" y="149822"/>
                  </a:lnTo>
                  <a:lnTo>
                    <a:pt x="62282" y="185570"/>
                  </a:lnTo>
                  <a:lnTo>
                    <a:pt x="40661" y="224101"/>
                  </a:lnTo>
                  <a:lnTo>
                    <a:pt x="23322" y="265114"/>
                  </a:lnTo>
                  <a:lnTo>
                    <a:pt x="10565" y="308310"/>
                  </a:lnTo>
                  <a:lnTo>
                    <a:pt x="2691" y="353388"/>
                  </a:lnTo>
                  <a:lnTo>
                    <a:pt x="0" y="400050"/>
                  </a:lnTo>
                  <a:lnTo>
                    <a:pt x="2691" y="446711"/>
                  </a:lnTo>
                  <a:lnTo>
                    <a:pt x="10565" y="491789"/>
                  </a:lnTo>
                  <a:lnTo>
                    <a:pt x="23322" y="534985"/>
                  </a:lnTo>
                  <a:lnTo>
                    <a:pt x="40661" y="575998"/>
                  </a:lnTo>
                  <a:lnTo>
                    <a:pt x="62282" y="614529"/>
                  </a:lnTo>
                  <a:lnTo>
                    <a:pt x="87886" y="650277"/>
                  </a:lnTo>
                  <a:lnTo>
                    <a:pt x="117171" y="682942"/>
                  </a:lnTo>
                  <a:lnTo>
                    <a:pt x="149838" y="712225"/>
                  </a:lnTo>
                  <a:lnTo>
                    <a:pt x="185587" y="737826"/>
                  </a:lnTo>
                  <a:lnTo>
                    <a:pt x="224117" y="759445"/>
                  </a:lnTo>
                  <a:lnTo>
                    <a:pt x="265129" y="776781"/>
                  </a:lnTo>
                  <a:lnTo>
                    <a:pt x="308322" y="789536"/>
                  </a:lnTo>
                  <a:lnTo>
                    <a:pt x="353395" y="797409"/>
                  </a:lnTo>
                  <a:lnTo>
                    <a:pt x="400050" y="800100"/>
                  </a:lnTo>
                  <a:lnTo>
                    <a:pt x="446704" y="797409"/>
                  </a:lnTo>
                  <a:lnTo>
                    <a:pt x="491777" y="789536"/>
                  </a:lnTo>
                  <a:lnTo>
                    <a:pt x="534970" y="776781"/>
                  </a:lnTo>
                  <a:lnTo>
                    <a:pt x="575982" y="759445"/>
                  </a:lnTo>
                  <a:lnTo>
                    <a:pt x="614512" y="737826"/>
                  </a:lnTo>
                  <a:lnTo>
                    <a:pt x="650261" y="712225"/>
                  </a:lnTo>
                  <a:lnTo>
                    <a:pt x="682928" y="682942"/>
                  </a:lnTo>
                  <a:lnTo>
                    <a:pt x="712213" y="650277"/>
                  </a:lnTo>
                  <a:lnTo>
                    <a:pt x="737817" y="614529"/>
                  </a:lnTo>
                  <a:lnTo>
                    <a:pt x="759438" y="575998"/>
                  </a:lnTo>
                  <a:lnTo>
                    <a:pt x="776777" y="534985"/>
                  </a:lnTo>
                  <a:lnTo>
                    <a:pt x="789534" y="491789"/>
                  </a:lnTo>
                  <a:lnTo>
                    <a:pt x="797408" y="446711"/>
                  </a:lnTo>
                  <a:lnTo>
                    <a:pt x="800100" y="400050"/>
                  </a:lnTo>
                  <a:lnTo>
                    <a:pt x="797408" y="353388"/>
                  </a:lnTo>
                  <a:lnTo>
                    <a:pt x="789534" y="308310"/>
                  </a:lnTo>
                  <a:lnTo>
                    <a:pt x="776777" y="265114"/>
                  </a:lnTo>
                  <a:lnTo>
                    <a:pt x="759438" y="224101"/>
                  </a:lnTo>
                  <a:lnTo>
                    <a:pt x="737817" y="185570"/>
                  </a:lnTo>
                  <a:lnTo>
                    <a:pt x="712213" y="149822"/>
                  </a:lnTo>
                  <a:lnTo>
                    <a:pt x="682928" y="117157"/>
                  </a:lnTo>
                  <a:lnTo>
                    <a:pt x="650261" y="87874"/>
                  </a:lnTo>
                  <a:lnTo>
                    <a:pt x="614512" y="62273"/>
                  </a:lnTo>
                  <a:lnTo>
                    <a:pt x="575982" y="40654"/>
                  </a:lnTo>
                  <a:lnTo>
                    <a:pt x="534970" y="23318"/>
                  </a:lnTo>
                  <a:lnTo>
                    <a:pt x="491777" y="10563"/>
                  </a:lnTo>
                  <a:lnTo>
                    <a:pt x="446704" y="269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00C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18832" y="1327467"/>
            <a:ext cx="33020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-45" dirty="0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39875" y="1182687"/>
            <a:ext cx="9592945" cy="6546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4700"/>
              </a:lnSpc>
              <a:spcBef>
                <a:spcPts val="5"/>
              </a:spcBef>
            </a:pPr>
            <a:r>
              <a:rPr sz="2150" b="1" dirty="0">
                <a:solidFill>
                  <a:srgbClr val="00C7FF"/>
                </a:solidFill>
                <a:latin typeface="Trebuchet MS"/>
                <a:cs typeface="Trebuchet MS"/>
              </a:rPr>
              <a:t>Connect</a:t>
            </a:r>
            <a:r>
              <a:rPr sz="2150" b="1" spc="-45" dirty="0">
                <a:solidFill>
                  <a:srgbClr val="00C7FF"/>
                </a:solidFill>
                <a:latin typeface="Trebuchet MS"/>
                <a:cs typeface="Trebuchet MS"/>
              </a:rPr>
              <a:t> </a:t>
            </a:r>
            <a:r>
              <a:rPr sz="2150" b="1" spc="-65" dirty="0">
                <a:solidFill>
                  <a:srgbClr val="00C7FF"/>
                </a:solidFill>
                <a:latin typeface="Trebuchet MS"/>
                <a:cs typeface="Trebuchet MS"/>
              </a:rPr>
              <a:t>Task</a:t>
            </a:r>
            <a:r>
              <a:rPr sz="2150" b="1" spc="-50" dirty="0">
                <a:solidFill>
                  <a:srgbClr val="00C7FF"/>
                </a:solidFill>
                <a:latin typeface="Trebuchet MS"/>
                <a:cs typeface="Trebuchet MS"/>
              </a:rPr>
              <a:t> </a:t>
            </a:r>
            <a:r>
              <a:rPr sz="2150" b="1" dirty="0">
                <a:solidFill>
                  <a:srgbClr val="00C7FF"/>
                </a:solidFill>
                <a:latin typeface="Trebuchet MS"/>
                <a:cs typeface="Trebuchet MS"/>
              </a:rPr>
              <a:t>Owners</a:t>
            </a:r>
            <a:r>
              <a:rPr sz="2150" b="1" spc="-100" dirty="0">
                <a:solidFill>
                  <a:srgbClr val="00C7FF"/>
                </a:solidFill>
                <a:latin typeface="Trebuchet MS"/>
                <a:cs typeface="Trebuchet MS"/>
              </a:rPr>
              <a:t> </a:t>
            </a:r>
            <a:r>
              <a:rPr sz="2150" b="1" spc="-45" dirty="0">
                <a:solidFill>
                  <a:srgbClr val="00C7FF"/>
                </a:solidFill>
                <a:latin typeface="Trebuchet MS"/>
                <a:cs typeface="Trebuchet MS"/>
              </a:rPr>
              <a:t>with</a:t>
            </a:r>
            <a:r>
              <a:rPr sz="2150" b="1" spc="-80" dirty="0">
                <a:solidFill>
                  <a:srgbClr val="00C7FF"/>
                </a:solidFill>
                <a:latin typeface="Trebuchet MS"/>
                <a:cs typeface="Trebuchet MS"/>
              </a:rPr>
              <a:t> </a:t>
            </a:r>
            <a:r>
              <a:rPr sz="2150" b="1" dirty="0">
                <a:solidFill>
                  <a:srgbClr val="00C7FF"/>
                </a:solidFill>
                <a:latin typeface="Trebuchet MS"/>
                <a:cs typeface="Trebuchet MS"/>
              </a:rPr>
              <a:t>Helpers</a:t>
            </a:r>
            <a:r>
              <a:rPr sz="2150" b="1" spc="520" dirty="0">
                <a:solidFill>
                  <a:srgbClr val="00C7FF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DFDFDF"/>
                </a:solidFill>
                <a:latin typeface="Trebuchet MS"/>
                <a:cs typeface="Trebuchet MS"/>
              </a:rPr>
              <a:t>Develop</a:t>
            </a:r>
            <a:r>
              <a:rPr sz="1850" spc="-110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DFDFDF"/>
                </a:solidFill>
                <a:latin typeface="Trebuchet MS"/>
                <a:cs typeface="Trebuchet MS"/>
              </a:rPr>
              <a:t>a</a:t>
            </a:r>
            <a:r>
              <a:rPr sz="1850" spc="-35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-40" dirty="0">
                <a:solidFill>
                  <a:srgbClr val="DFDFDF"/>
                </a:solidFill>
                <a:latin typeface="Trebuchet MS"/>
                <a:cs typeface="Trebuchet MS"/>
              </a:rPr>
              <a:t>platform </a:t>
            </a:r>
            <a:r>
              <a:rPr sz="1850" spc="-65" dirty="0">
                <a:solidFill>
                  <a:srgbClr val="DFDFDF"/>
                </a:solidFill>
                <a:latin typeface="Trebuchet MS"/>
                <a:cs typeface="Trebuchet MS"/>
              </a:rPr>
              <a:t>that</a:t>
            </a:r>
            <a:r>
              <a:rPr sz="1850" spc="-15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-60" dirty="0">
                <a:solidFill>
                  <a:srgbClr val="DFDFDF"/>
                </a:solidFill>
                <a:latin typeface="Trebuchet MS"/>
                <a:cs typeface="Trebuchet MS"/>
              </a:rPr>
              <a:t>efficiently</a:t>
            </a:r>
            <a:r>
              <a:rPr sz="1850" spc="-130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DFDFDF"/>
                </a:solidFill>
                <a:latin typeface="Trebuchet MS"/>
                <a:cs typeface="Trebuchet MS"/>
              </a:rPr>
              <a:t>connects</a:t>
            </a:r>
            <a:r>
              <a:rPr sz="1850" spc="-114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-20" dirty="0">
                <a:solidFill>
                  <a:srgbClr val="DFDFDF"/>
                </a:solidFill>
                <a:latin typeface="Trebuchet MS"/>
                <a:cs typeface="Trebuchet MS"/>
              </a:rPr>
              <a:t>task </a:t>
            </a:r>
            <a:r>
              <a:rPr sz="1850" dirty="0">
                <a:solidFill>
                  <a:srgbClr val="DFDFDF"/>
                </a:solidFill>
                <a:latin typeface="Trebuchet MS"/>
                <a:cs typeface="Trebuchet MS"/>
              </a:rPr>
              <a:t>owners</a:t>
            </a:r>
            <a:r>
              <a:rPr sz="1850" spc="-130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-50" dirty="0">
                <a:solidFill>
                  <a:srgbClr val="DFDFDF"/>
                </a:solidFill>
                <a:latin typeface="Trebuchet MS"/>
                <a:cs typeface="Trebuchet MS"/>
              </a:rPr>
              <a:t>with</a:t>
            </a:r>
            <a:r>
              <a:rPr sz="1850" spc="-100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-10" dirty="0">
                <a:solidFill>
                  <a:srgbClr val="DFDFDF"/>
                </a:solidFill>
                <a:latin typeface="Trebuchet MS"/>
                <a:cs typeface="Trebuchet MS"/>
              </a:rPr>
              <a:t>helpers.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44512" y="2068576"/>
            <a:ext cx="11227435" cy="882650"/>
            <a:chOff x="544512" y="2068576"/>
            <a:chExt cx="11227435" cy="882650"/>
          </a:xfrm>
        </p:grpSpPr>
        <p:sp>
          <p:nvSpPr>
            <p:cNvPr id="11" name="object 11"/>
            <p:cNvSpPr/>
            <p:nvPr/>
          </p:nvSpPr>
          <p:spPr>
            <a:xfrm>
              <a:off x="557212" y="2081276"/>
              <a:ext cx="11202035" cy="857250"/>
            </a:xfrm>
            <a:custGeom>
              <a:avLst/>
              <a:gdLst/>
              <a:ahLst/>
              <a:cxnLst/>
              <a:rect l="l" t="t" r="r" b="b"/>
              <a:pathLst>
                <a:path w="11202035" h="857250">
                  <a:moveTo>
                    <a:pt x="11058588" y="0"/>
                  </a:moveTo>
                  <a:lnTo>
                    <a:pt x="142875" y="0"/>
                  </a:lnTo>
                  <a:lnTo>
                    <a:pt x="97716" y="7274"/>
                  </a:lnTo>
                  <a:lnTo>
                    <a:pt x="58495" y="27533"/>
                  </a:lnTo>
                  <a:lnTo>
                    <a:pt x="27567" y="58430"/>
                  </a:lnTo>
                  <a:lnTo>
                    <a:pt x="7284" y="97617"/>
                  </a:lnTo>
                  <a:lnTo>
                    <a:pt x="0" y="142748"/>
                  </a:lnTo>
                  <a:lnTo>
                    <a:pt x="0" y="714375"/>
                  </a:lnTo>
                  <a:lnTo>
                    <a:pt x="7284" y="759518"/>
                  </a:lnTo>
                  <a:lnTo>
                    <a:pt x="27567" y="798737"/>
                  </a:lnTo>
                  <a:lnTo>
                    <a:pt x="58495" y="829671"/>
                  </a:lnTo>
                  <a:lnTo>
                    <a:pt x="97716" y="849962"/>
                  </a:lnTo>
                  <a:lnTo>
                    <a:pt x="142875" y="857250"/>
                  </a:lnTo>
                  <a:lnTo>
                    <a:pt x="11058588" y="857250"/>
                  </a:lnTo>
                  <a:lnTo>
                    <a:pt x="11103732" y="849962"/>
                  </a:lnTo>
                  <a:lnTo>
                    <a:pt x="11142951" y="829671"/>
                  </a:lnTo>
                  <a:lnTo>
                    <a:pt x="11173885" y="798737"/>
                  </a:lnTo>
                  <a:lnTo>
                    <a:pt x="11194175" y="759518"/>
                  </a:lnTo>
                  <a:lnTo>
                    <a:pt x="11201463" y="714375"/>
                  </a:lnTo>
                  <a:lnTo>
                    <a:pt x="11201463" y="142748"/>
                  </a:lnTo>
                  <a:lnTo>
                    <a:pt x="11194175" y="97617"/>
                  </a:lnTo>
                  <a:lnTo>
                    <a:pt x="11173885" y="58430"/>
                  </a:lnTo>
                  <a:lnTo>
                    <a:pt x="11142951" y="27533"/>
                  </a:lnTo>
                  <a:lnTo>
                    <a:pt x="11103732" y="7274"/>
                  </a:lnTo>
                  <a:lnTo>
                    <a:pt x="11058588" y="0"/>
                  </a:lnTo>
                  <a:close/>
                </a:path>
              </a:pathLst>
            </a:custGeom>
            <a:solidFill>
              <a:srgbClr val="FFFFFF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7212" y="2081276"/>
              <a:ext cx="11202035" cy="857250"/>
            </a:xfrm>
            <a:custGeom>
              <a:avLst/>
              <a:gdLst/>
              <a:ahLst/>
              <a:cxnLst/>
              <a:rect l="l" t="t" r="r" b="b"/>
              <a:pathLst>
                <a:path w="11202035" h="857250">
                  <a:moveTo>
                    <a:pt x="0" y="142748"/>
                  </a:moveTo>
                  <a:lnTo>
                    <a:pt x="7284" y="97617"/>
                  </a:lnTo>
                  <a:lnTo>
                    <a:pt x="27567" y="58430"/>
                  </a:lnTo>
                  <a:lnTo>
                    <a:pt x="58495" y="27533"/>
                  </a:lnTo>
                  <a:lnTo>
                    <a:pt x="97716" y="7274"/>
                  </a:lnTo>
                  <a:lnTo>
                    <a:pt x="142875" y="0"/>
                  </a:lnTo>
                  <a:lnTo>
                    <a:pt x="11058588" y="0"/>
                  </a:lnTo>
                  <a:lnTo>
                    <a:pt x="11103732" y="7274"/>
                  </a:lnTo>
                  <a:lnTo>
                    <a:pt x="11142951" y="27533"/>
                  </a:lnTo>
                  <a:lnTo>
                    <a:pt x="11173885" y="58430"/>
                  </a:lnTo>
                  <a:lnTo>
                    <a:pt x="11194175" y="97617"/>
                  </a:lnTo>
                  <a:lnTo>
                    <a:pt x="11201463" y="142748"/>
                  </a:lnTo>
                  <a:lnTo>
                    <a:pt x="11201463" y="714375"/>
                  </a:lnTo>
                  <a:lnTo>
                    <a:pt x="11194175" y="759518"/>
                  </a:lnTo>
                  <a:lnTo>
                    <a:pt x="11173885" y="798737"/>
                  </a:lnTo>
                  <a:lnTo>
                    <a:pt x="11142951" y="829671"/>
                  </a:lnTo>
                  <a:lnTo>
                    <a:pt x="11103732" y="849962"/>
                  </a:lnTo>
                  <a:lnTo>
                    <a:pt x="11058588" y="857250"/>
                  </a:lnTo>
                  <a:lnTo>
                    <a:pt x="142875" y="857250"/>
                  </a:lnTo>
                  <a:lnTo>
                    <a:pt x="97716" y="849962"/>
                  </a:lnTo>
                  <a:lnTo>
                    <a:pt x="58495" y="829671"/>
                  </a:lnTo>
                  <a:lnTo>
                    <a:pt x="27567" y="798737"/>
                  </a:lnTo>
                  <a:lnTo>
                    <a:pt x="7284" y="759518"/>
                  </a:lnTo>
                  <a:lnTo>
                    <a:pt x="0" y="714375"/>
                  </a:lnTo>
                  <a:lnTo>
                    <a:pt x="0" y="142748"/>
                  </a:lnTo>
                  <a:close/>
                </a:path>
              </a:pathLst>
            </a:custGeom>
            <a:ln w="25400">
              <a:solidFill>
                <a:srgbClr val="FFD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1025" y="2105025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400050" y="0"/>
                  </a:moveTo>
                  <a:lnTo>
                    <a:pt x="353395" y="2690"/>
                  </a:lnTo>
                  <a:lnTo>
                    <a:pt x="308322" y="10563"/>
                  </a:lnTo>
                  <a:lnTo>
                    <a:pt x="265129" y="23318"/>
                  </a:lnTo>
                  <a:lnTo>
                    <a:pt x="224117" y="40654"/>
                  </a:lnTo>
                  <a:lnTo>
                    <a:pt x="185587" y="62273"/>
                  </a:lnTo>
                  <a:lnTo>
                    <a:pt x="149838" y="87874"/>
                  </a:lnTo>
                  <a:lnTo>
                    <a:pt x="117171" y="117157"/>
                  </a:lnTo>
                  <a:lnTo>
                    <a:pt x="87886" y="149822"/>
                  </a:lnTo>
                  <a:lnTo>
                    <a:pt x="62282" y="185570"/>
                  </a:lnTo>
                  <a:lnTo>
                    <a:pt x="40661" y="224101"/>
                  </a:lnTo>
                  <a:lnTo>
                    <a:pt x="23322" y="265114"/>
                  </a:lnTo>
                  <a:lnTo>
                    <a:pt x="10565" y="308310"/>
                  </a:lnTo>
                  <a:lnTo>
                    <a:pt x="2691" y="353388"/>
                  </a:lnTo>
                  <a:lnTo>
                    <a:pt x="0" y="400050"/>
                  </a:lnTo>
                  <a:lnTo>
                    <a:pt x="2691" y="446711"/>
                  </a:lnTo>
                  <a:lnTo>
                    <a:pt x="10565" y="491789"/>
                  </a:lnTo>
                  <a:lnTo>
                    <a:pt x="23322" y="534985"/>
                  </a:lnTo>
                  <a:lnTo>
                    <a:pt x="40661" y="575998"/>
                  </a:lnTo>
                  <a:lnTo>
                    <a:pt x="62282" y="614529"/>
                  </a:lnTo>
                  <a:lnTo>
                    <a:pt x="87886" y="650277"/>
                  </a:lnTo>
                  <a:lnTo>
                    <a:pt x="117171" y="682942"/>
                  </a:lnTo>
                  <a:lnTo>
                    <a:pt x="149838" y="712225"/>
                  </a:lnTo>
                  <a:lnTo>
                    <a:pt x="185587" y="737826"/>
                  </a:lnTo>
                  <a:lnTo>
                    <a:pt x="224117" y="759445"/>
                  </a:lnTo>
                  <a:lnTo>
                    <a:pt x="265129" y="776781"/>
                  </a:lnTo>
                  <a:lnTo>
                    <a:pt x="308322" y="789536"/>
                  </a:lnTo>
                  <a:lnTo>
                    <a:pt x="353395" y="797409"/>
                  </a:lnTo>
                  <a:lnTo>
                    <a:pt x="400050" y="800100"/>
                  </a:lnTo>
                  <a:lnTo>
                    <a:pt x="446704" y="797409"/>
                  </a:lnTo>
                  <a:lnTo>
                    <a:pt x="491777" y="789536"/>
                  </a:lnTo>
                  <a:lnTo>
                    <a:pt x="534970" y="776781"/>
                  </a:lnTo>
                  <a:lnTo>
                    <a:pt x="575982" y="759445"/>
                  </a:lnTo>
                  <a:lnTo>
                    <a:pt x="614512" y="737826"/>
                  </a:lnTo>
                  <a:lnTo>
                    <a:pt x="650261" y="712225"/>
                  </a:lnTo>
                  <a:lnTo>
                    <a:pt x="682928" y="682942"/>
                  </a:lnTo>
                  <a:lnTo>
                    <a:pt x="712213" y="650277"/>
                  </a:lnTo>
                  <a:lnTo>
                    <a:pt x="737817" y="614529"/>
                  </a:lnTo>
                  <a:lnTo>
                    <a:pt x="759438" y="575998"/>
                  </a:lnTo>
                  <a:lnTo>
                    <a:pt x="776777" y="534985"/>
                  </a:lnTo>
                  <a:lnTo>
                    <a:pt x="789534" y="491789"/>
                  </a:lnTo>
                  <a:lnTo>
                    <a:pt x="797408" y="446711"/>
                  </a:lnTo>
                  <a:lnTo>
                    <a:pt x="800100" y="400050"/>
                  </a:lnTo>
                  <a:lnTo>
                    <a:pt x="797408" y="353388"/>
                  </a:lnTo>
                  <a:lnTo>
                    <a:pt x="789534" y="308310"/>
                  </a:lnTo>
                  <a:lnTo>
                    <a:pt x="776777" y="265114"/>
                  </a:lnTo>
                  <a:lnTo>
                    <a:pt x="759438" y="224101"/>
                  </a:lnTo>
                  <a:lnTo>
                    <a:pt x="737817" y="185570"/>
                  </a:lnTo>
                  <a:lnTo>
                    <a:pt x="712213" y="149822"/>
                  </a:lnTo>
                  <a:lnTo>
                    <a:pt x="682928" y="117157"/>
                  </a:lnTo>
                  <a:lnTo>
                    <a:pt x="650261" y="87874"/>
                  </a:lnTo>
                  <a:lnTo>
                    <a:pt x="614512" y="62273"/>
                  </a:lnTo>
                  <a:lnTo>
                    <a:pt x="575982" y="40654"/>
                  </a:lnTo>
                  <a:lnTo>
                    <a:pt x="534970" y="23318"/>
                  </a:lnTo>
                  <a:lnTo>
                    <a:pt x="491777" y="10563"/>
                  </a:lnTo>
                  <a:lnTo>
                    <a:pt x="446704" y="269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18832" y="2308923"/>
            <a:ext cx="33020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-45" dirty="0">
                <a:solidFill>
                  <a:srgbClr val="1A1A2D"/>
                </a:solidFill>
                <a:latin typeface="Trebuchet MS"/>
                <a:cs typeface="Trebuchet MS"/>
              </a:rPr>
              <a:t>02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39875" y="2163444"/>
            <a:ext cx="9701530" cy="655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b="1" dirty="0">
                <a:solidFill>
                  <a:srgbClr val="FFD600"/>
                </a:solidFill>
                <a:latin typeface="Trebuchet MS"/>
                <a:cs typeface="Trebuchet MS"/>
              </a:rPr>
              <a:t>Simplify</a:t>
            </a:r>
            <a:r>
              <a:rPr sz="2150" b="1" spc="-65" dirty="0">
                <a:solidFill>
                  <a:srgbClr val="FFD600"/>
                </a:solidFill>
                <a:latin typeface="Trebuchet MS"/>
                <a:cs typeface="Trebuchet MS"/>
              </a:rPr>
              <a:t> </a:t>
            </a:r>
            <a:r>
              <a:rPr sz="2150" b="1" spc="-45" dirty="0">
                <a:solidFill>
                  <a:srgbClr val="FFD600"/>
                </a:solidFill>
                <a:latin typeface="Trebuchet MS"/>
                <a:cs typeface="Trebuchet MS"/>
              </a:rPr>
              <a:t>Task</a:t>
            </a:r>
            <a:r>
              <a:rPr sz="2150" b="1" spc="-160" dirty="0">
                <a:solidFill>
                  <a:srgbClr val="FFD600"/>
                </a:solidFill>
                <a:latin typeface="Trebuchet MS"/>
                <a:cs typeface="Trebuchet MS"/>
              </a:rPr>
              <a:t> </a:t>
            </a:r>
            <a:r>
              <a:rPr sz="2150" b="1" dirty="0">
                <a:solidFill>
                  <a:srgbClr val="FFD600"/>
                </a:solidFill>
                <a:latin typeface="Trebuchet MS"/>
                <a:cs typeface="Trebuchet MS"/>
              </a:rPr>
              <a:t>Posting</a:t>
            </a:r>
            <a:r>
              <a:rPr sz="2150" b="1" spc="-110" dirty="0">
                <a:solidFill>
                  <a:srgbClr val="FFD600"/>
                </a:solidFill>
                <a:latin typeface="Trebuchet MS"/>
                <a:cs typeface="Trebuchet MS"/>
              </a:rPr>
              <a:t> </a:t>
            </a:r>
            <a:r>
              <a:rPr sz="2150" b="1" spc="545" dirty="0">
                <a:solidFill>
                  <a:srgbClr val="FFD600"/>
                </a:solidFill>
                <a:latin typeface="Trebuchet MS"/>
                <a:cs typeface="Trebuchet MS"/>
              </a:rPr>
              <a:t>s</a:t>
            </a:r>
            <a:r>
              <a:rPr sz="2150" b="1" spc="-90" dirty="0">
                <a:solidFill>
                  <a:srgbClr val="FFD600"/>
                </a:solidFill>
                <a:latin typeface="Trebuchet MS"/>
                <a:cs typeface="Trebuchet MS"/>
              </a:rPr>
              <a:t> </a:t>
            </a:r>
            <a:r>
              <a:rPr sz="2150" b="1" dirty="0">
                <a:solidFill>
                  <a:srgbClr val="FFD600"/>
                </a:solidFill>
                <a:latin typeface="Trebuchet MS"/>
                <a:cs typeface="Trebuchet MS"/>
              </a:rPr>
              <a:t>Management</a:t>
            </a:r>
            <a:r>
              <a:rPr sz="2150" b="1" spc="459" dirty="0">
                <a:solidFill>
                  <a:srgbClr val="FFD600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DFDFDF"/>
                </a:solidFill>
                <a:latin typeface="Trebuchet MS"/>
                <a:cs typeface="Trebuchet MS"/>
              </a:rPr>
              <a:t>Make</a:t>
            </a:r>
            <a:r>
              <a:rPr sz="1850" spc="-45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DFDFDF"/>
                </a:solidFill>
                <a:latin typeface="Trebuchet MS"/>
                <a:cs typeface="Trebuchet MS"/>
              </a:rPr>
              <a:t>task</a:t>
            </a:r>
            <a:r>
              <a:rPr sz="1850" spc="-130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-25" dirty="0">
                <a:solidFill>
                  <a:srgbClr val="DFDFDF"/>
                </a:solidFill>
                <a:latin typeface="Trebuchet MS"/>
                <a:cs typeface="Trebuchet MS"/>
              </a:rPr>
              <a:t>creation</a:t>
            </a:r>
            <a:r>
              <a:rPr sz="1850" spc="-15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DFDFDF"/>
                </a:solidFill>
                <a:latin typeface="Trebuchet MS"/>
                <a:cs typeface="Trebuchet MS"/>
              </a:rPr>
              <a:t>and</a:t>
            </a:r>
            <a:r>
              <a:rPr sz="1850" spc="-120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DFDFDF"/>
                </a:solidFill>
                <a:latin typeface="Trebuchet MS"/>
                <a:cs typeface="Trebuchet MS"/>
              </a:rPr>
              <a:t>management</a:t>
            </a:r>
            <a:r>
              <a:rPr sz="1850" spc="-125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DFDFDF"/>
                </a:solidFill>
                <a:latin typeface="Trebuchet MS"/>
                <a:cs typeface="Trebuchet MS"/>
              </a:rPr>
              <a:t>simple</a:t>
            </a:r>
            <a:r>
              <a:rPr sz="1850" spc="-130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-25" dirty="0">
                <a:solidFill>
                  <a:srgbClr val="DFDFDF"/>
                </a:solidFill>
                <a:latin typeface="Trebuchet MS"/>
                <a:cs typeface="Trebuchet MS"/>
              </a:rPr>
              <a:t>for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50" dirty="0">
                <a:solidFill>
                  <a:srgbClr val="DFDFDF"/>
                </a:solidFill>
                <a:latin typeface="Trebuchet MS"/>
                <a:cs typeface="Trebuchet MS"/>
              </a:rPr>
              <a:t>every</a:t>
            </a:r>
            <a:r>
              <a:rPr sz="1850" spc="-185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-20" dirty="0">
                <a:solidFill>
                  <a:srgbClr val="DFDFDF"/>
                </a:solidFill>
                <a:latin typeface="Trebuchet MS"/>
                <a:cs typeface="Trebuchet MS"/>
              </a:rPr>
              <a:t>user.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44512" y="3049651"/>
            <a:ext cx="11227435" cy="873125"/>
            <a:chOff x="544512" y="3049651"/>
            <a:chExt cx="11227435" cy="873125"/>
          </a:xfrm>
        </p:grpSpPr>
        <p:sp>
          <p:nvSpPr>
            <p:cNvPr id="17" name="object 17"/>
            <p:cNvSpPr/>
            <p:nvPr/>
          </p:nvSpPr>
          <p:spPr>
            <a:xfrm>
              <a:off x="557212" y="3062351"/>
              <a:ext cx="11202035" cy="847725"/>
            </a:xfrm>
            <a:custGeom>
              <a:avLst/>
              <a:gdLst/>
              <a:ahLst/>
              <a:cxnLst/>
              <a:rect l="l" t="t" r="r" b="b"/>
              <a:pathLst>
                <a:path w="11202035" h="847725">
                  <a:moveTo>
                    <a:pt x="11060112" y="0"/>
                  </a:moveTo>
                  <a:lnTo>
                    <a:pt x="141287" y="0"/>
                  </a:lnTo>
                  <a:lnTo>
                    <a:pt x="96630" y="7201"/>
                  </a:lnTo>
                  <a:lnTo>
                    <a:pt x="57845" y="27253"/>
                  </a:lnTo>
                  <a:lnTo>
                    <a:pt x="27260" y="57826"/>
                  </a:lnTo>
                  <a:lnTo>
                    <a:pt x="7203" y="96593"/>
                  </a:lnTo>
                  <a:lnTo>
                    <a:pt x="0" y="141224"/>
                  </a:lnTo>
                  <a:lnTo>
                    <a:pt x="0" y="706374"/>
                  </a:lnTo>
                  <a:lnTo>
                    <a:pt x="7203" y="751018"/>
                  </a:lnTo>
                  <a:lnTo>
                    <a:pt x="27260" y="789816"/>
                  </a:lnTo>
                  <a:lnTo>
                    <a:pt x="57845" y="820427"/>
                  </a:lnTo>
                  <a:lnTo>
                    <a:pt x="96630" y="840510"/>
                  </a:lnTo>
                  <a:lnTo>
                    <a:pt x="141287" y="847725"/>
                  </a:lnTo>
                  <a:lnTo>
                    <a:pt x="11060112" y="847725"/>
                  </a:lnTo>
                  <a:lnTo>
                    <a:pt x="11104756" y="840510"/>
                  </a:lnTo>
                  <a:lnTo>
                    <a:pt x="11143554" y="820427"/>
                  </a:lnTo>
                  <a:lnTo>
                    <a:pt x="11174165" y="789816"/>
                  </a:lnTo>
                  <a:lnTo>
                    <a:pt x="11194248" y="751018"/>
                  </a:lnTo>
                  <a:lnTo>
                    <a:pt x="11201463" y="706374"/>
                  </a:lnTo>
                  <a:lnTo>
                    <a:pt x="11201463" y="141224"/>
                  </a:lnTo>
                  <a:lnTo>
                    <a:pt x="11194248" y="96593"/>
                  </a:lnTo>
                  <a:lnTo>
                    <a:pt x="11174165" y="57826"/>
                  </a:lnTo>
                  <a:lnTo>
                    <a:pt x="11143554" y="27253"/>
                  </a:lnTo>
                  <a:lnTo>
                    <a:pt x="11104756" y="7201"/>
                  </a:lnTo>
                  <a:lnTo>
                    <a:pt x="11060112" y="0"/>
                  </a:lnTo>
                  <a:close/>
                </a:path>
              </a:pathLst>
            </a:custGeom>
            <a:solidFill>
              <a:srgbClr val="FFFFFF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7212" y="3062351"/>
              <a:ext cx="11202035" cy="847725"/>
            </a:xfrm>
            <a:custGeom>
              <a:avLst/>
              <a:gdLst/>
              <a:ahLst/>
              <a:cxnLst/>
              <a:rect l="l" t="t" r="r" b="b"/>
              <a:pathLst>
                <a:path w="11202035" h="847725">
                  <a:moveTo>
                    <a:pt x="0" y="141224"/>
                  </a:moveTo>
                  <a:lnTo>
                    <a:pt x="7203" y="96593"/>
                  </a:lnTo>
                  <a:lnTo>
                    <a:pt x="27260" y="57826"/>
                  </a:lnTo>
                  <a:lnTo>
                    <a:pt x="57845" y="27253"/>
                  </a:lnTo>
                  <a:lnTo>
                    <a:pt x="96630" y="7201"/>
                  </a:lnTo>
                  <a:lnTo>
                    <a:pt x="141287" y="0"/>
                  </a:lnTo>
                  <a:lnTo>
                    <a:pt x="11060112" y="0"/>
                  </a:lnTo>
                  <a:lnTo>
                    <a:pt x="11104756" y="7201"/>
                  </a:lnTo>
                  <a:lnTo>
                    <a:pt x="11143554" y="27253"/>
                  </a:lnTo>
                  <a:lnTo>
                    <a:pt x="11174165" y="57826"/>
                  </a:lnTo>
                  <a:lnTo>
                    <a:pt x="11194248" y="96593"/>
                  </a:lnTo>
                  <a:lnTo>
                    <a:pt x="11201463" y="141224"/>
                  </a:lnTo>
                  <a:lnTo>
                    <a:pt x="11201463" y="706374"/>
                  </a:lnTo>
                  <a:lnTo>
                    <a:pt x="11194248" y="751018"/>
                  </a:lnTo>
                  <a:lnTo>
                    <a:pt x="11174165" y="789816"/>
                  </a:lnTo>
                  <a:lnTo>
                    <a:pt x="11143554" y="820427"/>
                  </a:lnTo>
                  <a:lnTo>
                    <a:pt x="11104756" y="840510"/>
                  </a:lnTo>
                  <a:lnTo>
                    <a:pt x="11060112" y="847725"/>
                  </a:lnTo>
                  <a:lnTo>
                    <a:pt x="141287" y="847725"/>
                  </a:lnTo>
                  <a:lnTo>
                    <a:pt x="96630" y="840510"/>
                  </a:lnTo>
                  <a:lnTo>
                    <a:pt x="57845" y="820427"/>
                  </a:lnTo>
                  <a:lnTo>
                    <a:pt x="27260" y="789816"/>
                  </a:lnTo>
                  <a:lnTo>
                    <a:pt x="7203" y="751018"/>
                  </a:lnTo>
                  <a:lnTo>
                    <a:pt x="0" y="706374"/>
                  </a:lnTo>
                  <a:lnTo>
                    <a:pt x="0" y="141224"/>
                  </a:lnTo>
                  <a:close/>
                </a:path>
              </a:pathLst>
            </a:custGeom>
            <a:ln w="25400">
              <a:solidFill>
                <a:srgbClr val="00FF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1025" y="3086100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400050" y="0"/>
                  </a:moveTo>
                  <a:lnTo>
                    <a:pt x="353395" y="2690"/>
                  </a:lnTo>
                  <a:lnTo>
                    <a:pt x="308322" y="10563"/>
                  </a:lnTo>
                  <a:lnTo>
                    <a:pt x="265129" y="23318"/>
                  </a:lnTo>
                  <a:lnTo>
                    <a:pt x="224117" y="40654"/>
                  </a:lnTo>
                  <a:lnTo>
                    <a:pt x="185587" y="62273"/>
                  </a:lnTo>
                  <a:lnTo>
                    <a:pt x="149838" y="87874"/>
                  </a:lnTo>
                  <a:lnTo>
                    <a:pt x="117171" y="117157"/>
                  </a:lnTo>
                  <a:lnTo>
                    <a:pt x="87886" y="149822"/>
                  </a:lnTo>
                  <a:lnTo>
                    <a:pt x="62282" y="185570"/>
                  </a:lnTo>
                  <a:lnTo>
                    <a:pt x="40661" y="224101"/>
                  </a:lnTo>
                  <a:lnTo>
                    <a:pt x="23322" y="265114"/>
                  </a:lnTo>
                  <a:lnTo>
                    <a:pt x="10565" y="308310"/>
                  </a:lnTo>
                  <a:lnTo>
                    <a:pt x="2691" y="353388"/>
                  </a:lnTo>
                  <a:lnTo>
                    <a:pt x="0" y="400050"/>
                  </a:lnTo>
                  <a:lnTo>
                    <a:pt x="2691" y="446711"/>
                  </a:lnTo>
                  <a:lnTo>
                    <a:pt x="10565" y="491789"/>
                  </a:lnTo>
                  <a:lnTo>
                    <a:pt x="23322" y="534985"/>
                  </a:lnTo>
                  <a:lnTo>
                    <a:pt x="40661" y="575998"/>
                  </a:lnTo>
                  <a:lnTo>
                    <a:pt x="62282" y="614529"/>
                  </a:lnTo>
                  <a:lnTo>
                    <a:pt x="87886" y="650277"/>
                  </a:lnTo>
                  <a:lnTo>
                    <a:pt x="117171" y="682942"/>
                  </a:lnTo>
                  <a:lnTo>
                    <a:pt x="149838" y="712225"/>
                  </a:lnTo>
                  <a:lnTo>
                    <a:pt x="185587" y="737826"/>
                  </a:lnTo>
                  <a:lnTo>
                    <a:pt x="224117" y="759445"/>
                  </a:lnTo>
                  <a:lnTo>
                    <a:pt x="265129" y="776781"/>
                  </a:lnTo>
                  <a:lnTo>
                    <a:pt x="308322" y="789536"/>
                  </a:lnTo>
                  <a:lnTo>
                    <a:pt x="353395" y="797409"/>
                  </a:lnTo>
                  <a:lnTo>
                    <a:pt x="400050" y="800100"/>
                  </a:lnTo>
                  <a:lnTo>
                    <a:pt x="446704" y="797409"/>
                  </a:lnTo>
                  <a:lnTo>
                    <a:pt x="491777" y="789536"/>
                  </a:lnTo>
                  <a:lnTo>
                    <a:pt x="534970" y="776781"/>
                  </a:lnTo>
                  <a:lnTo>
                    <a:pt x="575982" y="759445"/>
                  </a:lnTo>
                  <a:lnTo>
                    <a:pt x="614512" y="737826"/>
                  </a:lnTo>
                  <a:lnTo>
                    <a:pt x="650261" y="712225"/>
                  </a:lnTo>
                  <a:lnTo>
                    <a:pt x="682928" y="682942"/>
                  </a:lnTo>
                  <a:lnTo>
                    <a:pt x="712213" y="650277"/>
                  </a:lnTo>
                  <a:lnTo>
                    <a:pt x="737817" y="614529"/>
                  </a:lnTo>
                  <a:lnTo>
                    <a:pt x="759438" y="575998"/>
                  </a:lnTo>
                  <a:lnTo>
                    <a:pt x="776777" y="534985"/>
                  </a:lnTo>
                  <a:lnTo>
                    <a:pt x="789534" y="491789"/>
                  </a:lnTo>
                  <a:lnTo>
                    <a:pt x="797408" y="446711"/>
                  </a:lnTo>
                  <a:lnTo>
                    <a:pt x="800100" y="400050"/>
                  </a:lnTo>
                  <a:lnTo>
                    <a:pt x="797408" y="353388"/>
                  </a:lnTo>
                  <a:lnTo>
                    <a:pt x="789534" y="308310"/>
                  </a:lnTo>
                  <a:lnTo>
                    <a:pt x="776777" y="265114"/>
                  </a:lnTo>
                  <a:lnTo>
                    <a:pt x="759438" y="224101"/>
                  </a:lnTo>
                  <a:lnTo>
                    <a:pt x="737817" y="185570"/>
                  </a:lnTo>
                  <a:lnTo>
                    <a:pt x="712213" y="149822"/>
                  </a:lnTo>
                  <a:lnTo>
                    <a:pt x="682928" y="117157"/>
                  </a:lnTo>
                  <a:lnTo>
                    <a:pt x="650261" y="87874"/>
                  </a:lnTo>
                  <a:lnTo>
                    <a:pt x="614512" y="62273"/>
                  </a:lnTo>
                  <a:lnTo>
                    <a:pt x="575982" y="40654"/>
                  </a:lnTo>
                  <a:lnTo>
                    <a:pt x="534970" y="23318"/>
                  </a:lnTo>
                  <a:lnTo>
                    <a:pt x="491777" y="10563"/>
                  </a:lnTo>
                  <a:lnTo>
                    <a:pt x="446704" y="269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00FF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18832" y="3290252"/>
            <a:ext cx="33020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-45" dirty="0">
                <a:solidFill>
                  <a:srgbClr val="1A1A2D"/>
                </a:solidFill>
                <a:latin typeface="Trebuchet MS"/>
                <a:cs typeface="Trebuchet MS"/>
              </a:rPr>
              <a:t>03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39875" y="3144774"/>
            <a:ext cx="9296400" cy="655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900"/>
              </a:lnSpc>
            </a:pPr>
            <a:r>
              <a:rPr sz="2150" b="1" dirty="0">
                <a:solidFill>
                  <a:srgbClr val="00FF87"/>
                </a:solidFill>
                <a:latin typeface="Trebuchet MS"/>
                <a:cs typeface="Trebuchet MS"/>
              </a:rPr>
              <a:t>Enable</a:t>
            </a:r>
            <a:r>
              <a:rPr sz="2150" b="1" spc="-110" dirty="0">
                <a:solidFill>
                  <a:srgbClr val="00FF87"/>
                </a:solidFill>
                <a:latin typeface="Trebuchet MS"/>
                <a:cs typeface="Trebuchet MS"/>
              </a:rPr>
              <a:t> </a:t>
            </a:r>
            <a:r>
              <a:rPr sz="2150" b="1" dirty="0">
                <a:solidFill>
                  <a:srgbClr val="00FF87"/>
                </a:solidFill>
                <a:latin typeface="Trebuchet MS"/>
                <a:cs typeface="Trebuchet MS"/>
              </a:rPr>
              <a:t>Request</a:t>
            </a:r>
            <a:r>
              <a:rPr sz="2150" b="1" spc="-125" dirty="0">
                <a:solidFill>
                  <a:srgbClr val="00FF87"/>
                </a:solidFill>
                <a:latin typeface="Trebuchet MS"/>
                <a:cs typeface="Trebuchet MS"/>
              </a:rPr>
              <a:t> </a:t>
            </a:r>
            <a:r>
              <a:rPr sz="2150" b="1" dirty="0">
                <a:solidFill>
                  <a:srgbClr val="00FF87"/>
                </a:solidFill>
                <a:latin typeface="Trebuchet MS"/>
                <a:cs typeface="Trebuchet MS"/>
              </a:rPr>
              <a:t>Management</a:t>
            </a:r>
            <a:r>
              <a:rPr sz="2150" b="1" spc="455" dirty="0">
                <a:solidFill>
                  <a:srgbClr val="00FF87"/>
                </a:solidFill>
                <a:latin typeface="Trebuchet MS"/>
                <a:cs typeface="Trebuchet MS"/>
              </a:rPr>
              <a:t> </a:t>
            </a:r>
            <a:r>
              <a:rPr sz="1850" spc="-55" dirty="0">
                <a:solidFill>
                  <a:srgbClr val="DFDFDF"/>
                </a:solidFill>
                <a:latin typeface="Trebuchet MS"/>
                <a:cs typeface="Trebuchet MS"/>
              </a:rPr>
              <a:t>Let</a:t>
            </a:r>
            <a:r>
              <a:rPr sz="1850" spc="-105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DFDFDF"/>
                </a:solidFill>
                <a:latin typeface="Trebuchet MS"/>
                <a:cs typeface="Trebuchet MS"/>
              </a:rPr>
              <a:t>users</a:t>
            </a:r>
            <a:r>
              <a:rPr sz="1850" spc="-15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55" dirty="0">
                <a:solidFill>
                  <a:srgbClr val="DFDFDF"/>
                </a:solidFill>
                <a:latin typeface="Trebuchet MS"/>
                <a:cs typeface="Trebuchet MS"/>
              </a:rPr>
              <a:t>send</a:t>
            </a:r>
            <a:r>
              <a:rPr sz="1850" spc="-95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DFDFDF"/>
                </a:solidFill>
                <a:latin typeface="Trebuchet MS"/>
                <a:cs typeface="Trebuchet MS"/>
              </a:rPr>
              <a:t>and</a:t>
            </a:r>
            <a:r>
              <a:rPr sz="1850" spc="-5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DFDFDF"/>
                </a:solidFill>
                <a:latin typeface="Trebuchet MS"/>
                <a:cs typeface="Trebuchet MS"/>
              </a:rPr>
              <a:t>manage</a:t>
            </a:r>
            <a:r>
              <a:rPr sz="1850" spc="-110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DFDFDF"/>
                </a:solidFill>
                <a:latin typeface="Trebuchet MS"/>
                <a:cs typeface="Trebuchet MS"/>
              </a:rPr>
              <a:t>task</a:t>
            </a:r>
            <a:r>
              <a:rPr sz="1850" spc="-15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DFDFDF"/>
                </a:solidFill>
                <a:latin typeface="Trebuchet MS"/>
                <a:cs typeface="Trebuchet MS"/>
              </a:rPr>
              <a:t>requests</a:t>
            </a:r>
            <a:r>
              <a:rPr sz="1850" spc="-110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DFDFDF"/>
                </a:solidFill>
                <a:latin typeface="Trebuchet MS"/>
                <a:cs typeface="Trebuchet MS"/>
              </a:rPr>
              <a:t>easily</a:t>
            </a:r>
            <a:r>
              <a:rPr sz="1850" spc="-30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-20" dirty="0">
                <a:solidFill>
                  <a:srgbClr val="DFDFDF"/>
                </a:solidFill>
                <a:latin typeface="Trebuchet MS"/>
                <a:cs typeface="Trebuchet MS"/>
              </a:rPr>
              <a:t>with </a:t>
            </a:r>
            <a:r>
              <a:rPr sz="1850" spc="-60" dirty="0">
                <a:solidFill>
                  <a:srgbClr val="DFDFDF"/>
                </a:solidFill>
                <a:latin typeface="Trebuchet MS"/>
                <a:cs typeface="Trebuchet MS"/>
              </a:rPr>
              <a:t>accept/reject</a:t>
            </a:r>
            <a:r>
              <a:rPr sz="1850" spc="-55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-10" dirty="0">
                <a:solidFill>
                  <a:srgbClr val="DFDFDF"/>
                </a:solidFill>
                <a:latin typeface="Trebuchet MS"/>
                <a:cs typeface="Trebuchet MS"/>
              </a:rPr>
              <a:t>controls.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44512" y="4030726"/>
            <a:ext cx="11227435" cy="873125"/>
            <a:chOff x="544512" y="4030726"/>
            <a:chExt cx="11227435" cy="873125"/>
          </a:xfrm>
        </p:grpSpPr>
        <p:sp>
          <p:nvSpPr>
            <p:cNvPr id="23" name="object 23"/>
            <p:cNvSpPr/>
            <p:nvPr/>
          </p:nvSpPr>
          <p:spPr>
            <a:xfrm>
              <a:off x="557212" y="4043426"/>
              <a:ext cx="11202035" cy="847725"/>
            </a:xfrm>
            <a:custGeom>
              <a:avLst/>
              <a:gdLst/>
              <a:ahLst/>
              <a:cxnLst/>
              <a:rect l="l" t="t" r="r" b="b"/>
              <a:pathLst>
                <a:path w="11202035" h="847725">
                  <a:moveTo>
                    <a:pt x="11060112" y="0"/>
                  </a:moveTo>
                  <a:lnTo>
                    <a:pt x="141287" y="0"/>
                  </a:lnTo>
                  <a:lnTo>
                    <a:pt x="96630" y="7201"/>
                  </a:lnTo>
                  <a:lnTo>
                    <a:pt x="57845" y="27253"/>
                  </a:lnTo>
                  <a:lnTo>
                    <a:pt x="27260" y="57826"/>
                  </a:lnTo>
                  <a:lnTo>
                    <a:pt x="7203" y="96593"/>
                  </a:lnTo>
                  <a:lnTo>
                    <a:pt x="0" y="141224"/>
                  </a:lnTo>
                  <a:lnTo>
                    <a:pt x="0" y="706374"/>
                  </a:lnTo>
                  <a:lnTo>
                    <a:pt x="7203" y="751018"/>
                  </a:lnTo>
                  <a:lnTo>
                    <a:pt x="27260" y="789816"/>
                  </a:lnTo>
                  <a:lnTo>
                    <a:pt x="57845" y="820427"/>
                  </a:lnTo>
                  <a:lnTo>
                    <a:pt x="96630" y="840510"/>
                  </a:lnTo>
                  <a:lnTo>
                    <a:pt x="141287" y="847725"/>
                  </a:lnTo>
                  <a:lnTo>
                    <a:pt x="11060112" y="847725"/>
                  </a:lnTo>
                  <a:lnTo>
                    <a:pt x="11104756" y="840510"/>
                  </a:lnTo>
                  <a:lnTo>
                    <a:pt x="11143554" y="820427"/>
                  </a:lnTo>
                  <a:lnTo>
                    <a:pt x="11174165" y="789816"/>
                  </a:lnTo>
                  <a:lnTo>
                    <a:pt x="11194248" y="751018"/>
                  </a:lnTo>
                  <a:lnTo>
                    <a:pt x="11201463" y="706374"/>
                  </a:lnTo>
                  <a:lnTo>
                    <a:pt x="11201463" y="141224"/>
                  </a:lnTo>
                  <a:lnTo>
                    <a:pt x="11194248" y="96593"/>
                  </a:lnTo>
                  <a:lnTo>
                    <a:pt x="11174165" y="57826"/>
                  </a:lnTo>
                  <a:lnTo>
                    <a:pt x="11143554" y="27253"/>
                  </a:lnTo>
                  <a:lnTo>
                    <a:pt x="11104756" y="7201"/>
                  </a:lnTo>
                  <a:lnTo>
                    <a:pt x="11060112" y="0"/>
                  </a:lnTo>
                  <a:close/>
                </a:path>
              </a:pathLst>
            </a:custGeom>
            <a:solidFill>
              <a:srgbClr val="FFFFFF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57212" y="4043426"/>
              <a:ext cx="11202035" cy="847725"/>
            </a:xfrm>
            <a:custGeom>
              <a:avLst/>
              <a:gdLst/>
              <a:ahLst/>
              <a:cxnLst/>
              <a:rect l="l" t="t" r="r" b="b"/>
              <a:pathLst>
                <a:path w="11202035" h="847725">
                  <a:moveTo>
                    <a:pt x="0" y="141224"/>
                  </a:moveTo>
                  <a:lnTo>
                    <a:pt x="7203" y="96593"/>
                  </a:lnTo>
                  <a:lnTo>
                    <a:pt x="27260" y="57826"/>
                  </a:lnTo>
                  <a:lnTo>
                    <a:pt x="57845" y="27253"/>
                  </a:lnTo>
                  <a:lnTo>
                    <a:pt x="96630" y="7201"/>
                  </a:lnTo>
                  <a:lnTo>
                    <a:pt x="141287" y="0"/>
                  </a:lnTo>
                  <a:lnTo>
                    <a:pt x="11060112" y="0"/>
                  </a:lnTo>
                  <a:lnTo>
                    <a:pt x="11104756" y="7201"/>
                  </a:lnTo>
                  <a:lnTo>
                    <a:pt x="11143554" y="27253"/>
                  </a:lnTo>
                  <a:lnTo>
                    <a:pt x="11174165" y="57826"/>
                  </a:lnTo>
                  <a:lnTo>
                    <a:pt x="11194248" y="96593"/>
                  </a:lnTo>
                  <a:lnTo>
                    <a:pt x="11201463" y="141224"/>
                  </a:lnTo>
                  <a:lnTo>
                    <a:pt x="11201463" y="706374"/>
                  </a:lnTo>
                  <a:lnTo>
                    <a:pt x="11194248" y="751018"/>
                  </a:lnTo>
                  <a:lnTo>
                    <a:pt x="11174165" y="789816"/>
                  </a:lnTo>
                  <a:lnTo>
                    <a:pt x="11143554" y="820427"/>
                  </a:lnTo>
                  <a:lnTo>
                    <a:pt x="11104756" y="840510"/>
                  </a:lnTo>
                  <a:lnTo>
                    <a:pt x="11060112" y="847725"/>
                  </a:lnTo>
                  <a:lnTo>
                    <a:pt x="141287" y="847725"/>
                  </a:lnTo>
                  <a:lnTo>
                    <a:pt x="96630" y="840510"/>
                  </a:lnTo>
                  <a:lnTo>
                    <a:pt x="57845" y="820427"/>
                  </a:lnTo>
                  <a:lnTo>
                    <a:pt x="27260" y="789816"/>
                  </a:lnTo>
                  <a:lnTo>
                    <a:pt x="7203" y="751018"/>
                  </a:lnTo>
                  <a:lnTo>
                    <a:pt x="0" y="706374"/>
                  </a:lnTo>
                  <a:lnTo>
                    <a:pt x="0" y="141224"/>
                  </a:lnTo>
                  <a:close/>
                </a:path>
              </a:pathLst>
            </a:custGeom>
            <a:ln w="25400">
              <a:solidFill>
                <a:srgbClr val="FF6B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1025" y="4067175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400050" y="0"/>
                  </a:moveTo>
                  <a:lnTo>
                    <a:pt x="353395" y="2690"/>
                  </a:lnTo>
                  <a:lnTo>
                    <a:pt x="308322" y="10563"/>
                  </a:lnTo>
                  <a:lnTo>
                    <a:pt x="265129" y="23318"/>
                  </a:lnTo>
                  <a:lnTo>
                    <a:pt x="224117" y="40654"/>
                  </a:lnTo>
                  <a:lnTo>
                    <a:pt x="185587" y="62273"/>
                  </a:lnTo>
                  <a:lnTo>
                    <a:pt x="149838" y="87874"/>
                  </a:lnTo>
                  <a:lnTo>
                    <a:pt x="117171" y="117157"/>
                  </a:lnTo>
                  <a:lnTo>
                    <a:pt x="87886" y="149822"/>
                  </a:lnTo>
                  <a:lnTo>
                    <a:pt x="62282" y="185570"/>
                  </a:lnTo>
                  <a:lnTo>
                    <a:pt x="40661" y="224101"/>
                  </a:lnTo>
                  <a:lnTo>
                    <a:pt x="23322" y="265114"/>
                  </a:lnTo>
                  <a:lnTo>
                    <a:pt x="10565" y="308310"/>
                  </a:lnTo>
                  <a:lnTo>
                    <a:pt x="2691" y="353388"/>
                  </a:lnTo>
                  <a:lnTo>
                    <a:pt x="0" y="400050"/>
                  </a:lnTo>
                  <a:lnTo>
                    <a:pt x="2691" y="446711"/>
                  </a:lnTo>
                  <a:lnTo>
                    <a:pt x="10565" y="491789"/>
                  </a:lnTo>
                  <a:lnTo>
                    <a:pt x="23322" y="534985"/>
                  </a:lnTo>
                  <a:lnTo>
                    <a:pt x="40661" y="575998"/>
                  </a:lnTo>
                  <a:lnTo>
                    <a:pt x="62282" y="614529"/>
                  </a:lnTo>
                  <a:lnTo>
                    <a:pt x="87886" y="650277"/>
                  </a:lnTo>
                  <a:lnTo>
                    <a:pt x="117171" y="682942"/>
                  </a:lnTo>
                  <a:lnTo>
                    <a:pt x="149838" y="712225"/>
                  </a:lnTo>
                  <a:lnTo>
                    <a:pt x="185587" y="737826"/>
                  </a:lnTo>
                  <a:lnTo>
                    <a:pt x="224117" y="759445"/>
                  </a:lnTo>
                  <a:lnTo>
                    <a:pt x="265129" y="776781"/>
                  </a:lnTo>
                  <a:lnTo>
                    <a:pt x="308322" y="789536"/>
                  </a:lnTo>
                  <a:lnTo>
                    <a:pt x="353395" y="797409"/>
                  </a:lnTo>
                  <a:lnTo>
                    <a:pt x="400050" y="800100"/>
                  </a:lnTo>
                  <a:lnTo>
                    <a:pt x="446704" y="797409"/>
                  </a:lnTo>
                  <a:lnTo>
                    <a:pt x="491777" y="789536"/>
                  </a:lnTo>
                  <a:lnTo>
                    <a:pt x="534970" y="776781"/>
                  </a:lnTo>
                  <a:lnTo>
                    <a:pt x="575982" y="759445"/>
                  </a:lnTo>
                  <a:lnTo>
                    <a:pt x="614512" y="737826"/>
                  </a:lnTo>
                  <a:lnTo>
                    <a:pt x="650261" y="712225"/>
                  </a:lnTo>
                  <a:lnTo>
                    <a:pt x="682928" y="682942"/>
                  </a:lnTo>
                  <a:lnTo>
                    <a:pt x="712213" y="650277"/>
                  </a:lnTo>
                  <a:lnTo>
                    <a:pt x="737817" y="614529"/>
                  </a:lnTo>
                  <a:lnTo>
                    <a:pt x="759438" y="575998"/>
                  </a:lnTo>
                  <a:lnTo>
                    <a:pt x="776777" y="534985"/>
                  </a:lnTo>
                  <a:lnTo>
                    <a:pt x="789534" y="491789"/>
                  </a:lnTo>
                  <a:lnTo>
                    <a:pt x="797408" y="446711"/>
                  </a:lnTo>
                  <a:lnTo>
                    <a:pt x="800100" y="400050"/>
                  </a:lnTo>
                  <a:lnTo>
                    <a:pt x="797408" y="353388"/>
                  </a:lnTo>
                  <a:lnTo>
                    <a:pt x="789534" y="308310"/>
                  </a:lnTo>
                  <a:lnTo>
                    <a:pt x="776777" y="265114"/>
                  </a:lnTo>
                  <a:lnTo>
                    <a:pt x="759438" y="224101"/>
                  </a:lnTo>
                  <a:lnTo>
                    <a:pt x="737817" y="185570"/>
                  </a:lnTo>
                  <a:lnTo>
                    <a:pt x="712213" y="149822"/>
                  </a:lnTo>
                  <a:lnTo>
                    <a:pt x="682928" y="117157"/>
                  </a:lnTo>
                  <a:lnTo>
                    <a:pt x="650261" y="87874"/>
                  </a:lnTo>
                  <a:lnTo>
                    <a:pt x="614512" y="62273"/>
                  </a:lnTo>
                  <a:lnTo>
                    <a:pt x="575982" y="40654"/>
                  </a:lnTo>
                  <a:lnTo>
                    <a:pt x="534970" y="23318"/>
                  </a:lnTo>
                  <a:lnTo>
                    <a:pt x="491777" y="10563"/>
                  </a:lnTo>
                  <a:lnTo>
                    <a:pt x="446704" y="269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FF6B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18832" y="4271581"/>
            <a:ext cx="10574655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33425" algn="l"/>
              </a:tabLst>
            </a:pPr>
            <a:r>
              <a:rPr sz="2150" b="1" spc="-25" dirty="0">
                <a:solidFill>
                  <a:srgbClr val="FFFFFF"/>
                </a:solidFill>
                <a:latin typeface="Trebuchet MS"/>
                <a:cs typeface="Trebuchet MS"/>
              </a:rPr>
              <a:t>04</a:t>
            </a:r>
            <a:r>
              <a:rPr sz="2150" b="1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150" b="1" dirty="0">
                <a:solidFill>
                  <a:srgbClr val="FF6B6B"/>
                </a:solidFill>
                <a:latin typeface="Trebuchet MS"/>
                <a:cs typeface="Trebuchet MS"/>
              </a:rPr>
              <a:t>Real-</a:t>
            </a:r>
            <a:r>
              <a:rPr sz="2150" b="1" spc="-35" dirty="0">
                <a:solidFill>
                  <a:srgbClr val="FF6B6B"/>
                </a:solidFill>
                <a:latin typeface="Trebuchet MS"/>
                <a:cs typeface="Trebuchet MS"/>
              </a:rPr>
              <a:t>time</a:t>
            </a:r>
            <a:r>
              <a:rPr sz="2150" b="1" spc="-55" dirty="0">
                <a:solidFill>
                  <a:srgbClr val="FF6B6B"/>
                </a:solidFill>
                <a:latin typeface="Trebuchet MS"/>
                <a:cs typeface="Trebuchet MS"/>
              </a:rPr>
              <a:t> </a:t>
            </a:r>
            <a:r>
              <a:rPr sz="2150" b="1" dirty="0">
                <a:solidFill>
                  <a:srgbClr val="FF6B6B"/>
                </a:solidFill>
                <a:latin typeface="Trebuchet MS"/>
                <a:cs typeface="Trebuchet MS"/>
              </a:rPr>
              <a:t>Notifications</a:t>
            </a:r>
            <a:r>
              <a:rPr sz="2150" b="1" spc="450" dirty="0">
                <a:solidFill>
                  <a:srgbClr val="FF6B6B"/>
                </a:solidFill>
                <a:latin typeface="Trebuchet MS"/>
                <a:cs typeface="Trebuchet MS"/>
              </a:rPr>
              <a:t> </a:t>
            </a:r>
            <a:r>
              <a:rPr sz="1850" spc="-30" dirty="0">
                <a:solidFill>
                  <a:srgbClr val="DFDFDF"/>
                </a:solidFill>
                <a:latin typeface="Trebuchet MS"/>
                <a:cs typeface="Trebuchet MS"/>
              </a:rPr>
              <a:t>Provide</a:t>
            </a:r>
            <a:r>
              <a:rPr sz="1850" spc="-140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-35" dirty="0">
                <a:solidFill>
                  <a:srgbClr val="DFDFDF"/>
                </a:solidFill>
                <a:latin typeface="Trebuchet MS"/>
                <a:cs typeface="Trebuchet MS"/>
              </a:rPr>
              <a:t>real-</a:t>
            </a:r>
            <a:r>
              <a:rPr sz="1850" spc="-45" dirty="0">
                <a:solidFill>
                  <a:srgbClr val="DFDFDF"/>
                </a:solidFill>
                <a:latin typeface="Trebuchet MS"/>
                <a:cs typeface="Trebuchet MS"/>
              </a:rPr>
              <a:t>time</a:t>
            </a:r>
            <a:r>
              <a:rPr sz="1850" spc="-135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-25" dirty="0">
                <a:solidFill>
                  <a:srgbClr val="DFDFDF"/>
                </a:solidFill>
                <a:latin typeface="Trebuchet MS"/>
                <a:cs typeface="Trebuchet MS"/>
              </a:rPr>
              <a:t>alerts</a:t>
            </a:r>
            <a:r>
              <a:rPr sz="1850" spc="-50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-80" dirty="0">
                <a:solidFill>
                  <a:srgbClr val="DFDFDF"/>
                </a:solidFill>
                <a:latin typeface="Trebuchet MS"/>
                <a:cs typeface="Trebuchet MS"/>
              </a:rPr>
              <a:t>for</a:t>
            </a:r>
            <a:r>
              <a:rPr sz="1850" spc="-65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-70" dirty="0">
                <a:solidFill>
                  <a:srgbClr val="DFDFDF"/>
                </a:solidFill>
                <a:latin typeface="Trebuchet MS"/>
                <a:cs typeface="Trebuchet MS"/>
              </a:rPr>
              <a:t>better</a:t>
            </a:r>
            <a:r>
              <a:rPr sz="1850" spc="-65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DFDFDF"/>
                </a:solidFill>
                <a:latin typeface="Trebuchet MS"/>
                <a:cs typeface="Trebuchet MS"/>
              </a:rPr>
              <a:t>communication</a:t>
            </a:r>
            <a:r>
              <a:rPr sz="1850" spc="-105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-25" dirty="0">
                <a:solidFill>
                  <a:srgbClr val="DFDFDF"/>
                </a:solidFill>
                <a:latin typeface="Trebuchet MS"/>
                <a:cs typeface="Trebuchet MS"/>
              </a:rPr>
              <a:t>between</a:t>
            </a:r>
            <a:r>
              <a:rPr sz="1850" spc="-100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-10" dirty="0">
                <a:solidFill>
                  <a:srgbClr val="DFDFDF"/>
                </a:solidFill>
                <a:latin typeface="Trebuchet MS"/>
                <a:cs typeface="Trebuchet MS"/>
              </a:rPr>
              <a:t>users.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44512" y="5011801"/>
            <a:ext cx="11227435" cy="873125"/>
            <a:chOff x="544512" y="5011801"/>
            <a:chExt cx="11227435" cy="873125"/>
          </a:xfrm>
        </p:grpSpPr>
        <p:sp>
          <p:nvSpPr>
            <p:cNvPr id="28" name="object 28"/>
            <p:cNvSpPr/>
            <p:nvPr/>
          </p:nvSpPr>
          <p:spPr>
            <a:xfrm>
              <a:off x="557212" y="5024501"/>
              <a:ext cx="11202035" cy="847725"/>
            </a:xfrm>
            <a:custGeom>
              <a:avLst/>
              <a:gdLst/>
              <a:ahLst/>
              <a:cxnLst/>
              <a:rect l="l" t="t" r="r" b="b"/>
              <a:pathLst>
                <a:path w="11202035" h="847725">
                  <a:moveTo>
                    <a:pt x="11060112" y="0"/>
                  </a:moveTo>
                  <a:lnTo>
                    <a:pt x="141287" y="0"/>
                  </a:lnTo>
                  <a:lnTo>
                    <a:pt x="96630" y="7201"/>
                  </a:lnTo>
                  <a:lnTo>
                    <a:pt x="57845" y="27253"/>
                  </a:lnTo>
                  <a:lnTo>
                    <a:pt x="27260" y="57826"/>
                  </a:lnTo>
                  <a:lnTo>
                    <a:pt x="7203" y="96593"/>
                  </a:lnTo>
                  <a:lnTo>
                    <a:pt x="0" y="141224"/>
                  </a:lnTo>
                  <a:lnTo>
                    <a:pt x="0" y="706374"/>
                  </a:lnTo>
                  <a:lnTo>
                    <a:pt x="7203" y="751030"/>
                  </a:lnTo>
                  <a:lnTo>
                    <a:pt x="27260" y="789815"/>
                  </a:lnTo>
                  <a:lnTo>
                    <a:pt x="57845" y="820400"/>
                  </a:lnTo>
                  <a:lnTo>
                    <a:pt x="96630" y="840458"/>
                  </a:lnTo>
                  <a:lnTo>
                    <a:pt x="141287" y="847661"/>
                  </a:lnTo>
                  <a:lnTo>
                    <a:pt x="11060112" y="847661"/>
                  </a:lnTo>
                  <a:lnTo>
                    <a:pt x="11104756" y="840458"/>
                  </a:lnTo>
                  <a:lnTo>
                    <a:pt x="11143554" y="820400"/>
                  </a:lnTo>
                  <a:lnTo>
                    <a:pt x="11174165" y="789815"/>
                  </a:lnTo>
                  <a:lnTo>
                    <a:pt x="11194248" y="751030"/>
                  </a:lnTo>
                  <a:lnTo>
                    <a:pt x="11201463" y="706374"/>
                  </a:lnTo>
                  <a:lnTo>
                    <a:pt x="11201463" y="141224"/>
                  </a:lnTo>
                  <a:lnTo>
                    <a:pt x="11194248" y="96593"/>
                  </a:lnTo>
                  <a:lnTo>
                    <a:pt x="11174165" y="57826"/>
                  </a:lnTo>
                  <a:lnTo>
                    <a:pt x="11143554" y="27253"/>
                  </a:lnTo>
                  <a:lnTo>
                    <a:pt x="11104756" y="7201"/>
                  </a:lnTo>
                  <a:lnTo>
                    <a:pt x="11060112" y="0"/>
                  </a:lnTo>
                  <a:close/>
                </a:path>
              </a:pathLst>
            </a:custGeom>
            <a:solidFill>
              <a:srgbClr val="FFFFFF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57212" y="5024501"/>
              <a:ext cx="11202035" cy="847725"/>
            </a:xfrm>
            <a:custGeom>
              <a:avLst/>
              <a:gdLst/>
              <a:ahLst/>
              <a:cxnLst/>
              <a:rect l="l" t="t" r="r" b="b"/>
              <a:pathLst>
                <a:path w="11202035" h="847725">
                  <a:moveTo>
                    <a:pt x="0" y="141224"/>
                  </a:moveTo>
                  <a:lnTo>
                    <a:pt x="7203" y="96593"/>
                  </a:lnTo>
                  <a:lnTo>
                    <a:pt x="27260" y="57826"/>
                  </a:lnTo>
                  <a:lnTo>
                    <a:pt x="57845" y="27253"/>
                  </a:lnTo>
                  <a:lnTo>
                    <a:pt x="96630" y="7201"/>
                  </a:lnTo>
                  <a:lnTo>
                    <a:pt x="141287" y="0"/>
                  </a:lnTo>
                  <a:lnTo>
                    <a:pt x="11060112" y="0"/>
                  </a:lnTo>
                  <a:lnTo>
                    <a:pt x="11104756" y="7201"/>
                  </a:lnTo>
                  <a:lnTo>
                    <a:pt x="11143554" y="27253"/>
                  </a:lnTo>
                  <a:lnTo>
                    <a:pt x="11174165" y="57826"/>
                  </a:lnTo>
                  <a:lnTo>
                    <a:pt x="11194248" y="96593"/>
                  </a:lnTo>
                  <a:lnTo>
                    <a:pt x="11201463" y="141224"/>
                  </a:lnTo>
                  <a:lnTo>
                    <a:pt x="11201463" y="706374"/>
                  </a:lnTo>
                  <a:lnTo>
                    <a:pt x="11194248" y="751030"/>
                  </a:lnTo>
                  <a:lnTo>
                    <a:pt x="11174165" y="789815"/>
                  </a:lnTo>
                  <a:lnTo>
                    <a:pt x="11143554" y="820400"/>
                  </a:lnTo>
                  <a:lnTo>
                    <a:pt x="11104756" y="840458"/>
                  </a:lnTo>
                  <a:lnTo>
                    <a:pt x="11060112" y="847661"/>
                  </a:lnTo>
                  <a:lnTo>
                    <a:pt x="141287" y="847661"/>
                  </a:lnTo>
                  <a:lnTo>
                    <a:pt x="96630" y="840458"/>
                  </a:lnTo>
                  <a:lnTo>
                    <a:pt x="57845" y="820400"/>
                  </a:lnTo>
                  <a:lnTo>
                    <a:pt x="27260" y="789815"/>
                  </a:lnTo>
                  <a:lnTo>
                    <a:pt x="7203" y="751030"/>
                  </a:lnTo>
                  <a:lnTo>
                    <a:pt x="0" y="706374"/>
                  </a:lnTo>
                  <a:lnTo>
                    <a:pt x="0" y="141224"/>
                  </a:lnTo>
                  <a:close/>
                </a:path>
              </a:pathLst>
            </a:custGeom>
            <a:ln w="25400">
              <a:solidFill>
                <a:srgbClr val="CC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1025" y="5048250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400050" y="0"/>
                  </a:moveTo>
                  <a:lnTo>
                    <a:pt x="353395" y="2690"/>
                  </a:lnTo>
                  <a:lnTo>
                    <a:pt x="308322" y="10563"/>
                  </a:lnTo>
                  <a:lnTo>
                    <a:pt x="265129" y="23318"/>
                  </a:lnTo>
                  <a:lnTo>
                    <a:pt x="224117" y="40654"/>
                  </a:lnTo>
                  <a:lnTo>
                    <a:pt x="185587" y="62273"/>
                  </a:lnTo>
                  <a:lnTo>
                    <a:pt x="149838" y="87874"/>
                  </a:lnTo>
                  <a:lnTo>
                    <a:pt x="117171" y="117157"/>
                  </a:lnTo>
                  <a:lnTo>
                    <a:pt x="87886" y="149822"/>
                  </a:lnTo>
                  <a:lnTo>
                    <a:pt x="62282" y="185570"/>
                  </a:lnTo>
                  <a:lnTo>
                    <a:pt x="40661" y="224101"/>
                  </a:lnTo>
                  <a:lnTo>
                    <a:pt x="23322" y="265114"/>
                  </a:lnTo>
                  <a:lnTo>
                    <a:pt x="10565" y="308310"/>
                  </a:lnTo>
                  <a:lnTo>
                    <a:pt x="2691" y="353388"/>
                  </a:lnTo>
                  <a:lnTo>
                    <a:pt x="0" y="400050"/>
                  </a:lnTo>
                  <a:lnTo>
                    <a:pt x="2691" y="446704"/>
                  </a:lnTo>
                  <a:lnTo>
                    <a:pt x="10565" y="491777"/>
                  </a:lnTo>
                  <a:lnTo>
                    <a:pt x="23322" y="534970"/>
                  </a:lnTo>
                  <a:lnTo>
                    <a:pt x="40661" y="575982"/>
                  </a:lnTo>
                  <a:lnTo>
                    <a:pt x="62282" y="614512"/>
                  </a:lnTo>
                  <a:lnTo>
                    <a:pt x="87886" y="650261"/>
                  </a:lnTo>
                  <a:lnTo>
                    <a:pt x="117171" y="682928"/>
                  </a:lnTo>
                  <a:lnTo>
                    <a:pt x="149838" y="712213"/>
                  </a:lnTo>
                  <a:lnTo>
                    <a:pt x="185587" y="737817"/>
                  </a:lnTo>
                  <a:lnTo>
                    <a:pt x="224117" y="759438"/>
                  </a:lnTo>
                  <a:lnTo>
                    <a:pt x="265129" y="776777"/>
                  </a:lnTo>
                  <a:lnTo>
                    <a:pt x="308322" y="789534"/>
                  </a:lnTo>
                  <a:lnTo>
                    <a:pt x="353395" y="797408"/>
                  </a:lnTo>
                  <a:lnTo>
                    <a:pt x="400050" y="800100"/>
                  </a:lnTo>
                  <a:lnTo>
                    <a:pt x="446704" y="797408"/>
                  </a:lnTo>
                  <a:lnTo>
                    <a:pt x="491777" y="789534"/>
                  </a:lnTo>
                  <a:lnTo>
                    <a:pt x="534970" y="776777"/>
                  </a:lnTo>
                  <a:lnTo>
                    <a:pt x="575982" y="759438"/>
                  </a:lnTo>
                  <a:lnTo>
                    <a:pt x="614512" y="737817"/>
                  </a:lnTo>
                  <a:lnTo>
                    <a:pt x="650261" y="712213"/>
                  </a:lnTo>
                  <a:lnTo>
                    <a:pt x="682928" y="682928"/>
                  </a:lnTo>
                  <a:lnTo>
                    <a:pt x="712213" y="650261"/>
                  </a:lnTo>
                  <a:lnTo>
                    <a:pt x="737817" y="614512"/>
                  </a:lnTo>
                  <a:lnTo>
                    <a:pt x="759438" y="575982"/>
                  </a:lnTo>
                  <a:lnTo>
                    <a:pt x="776777" y="534970"/>
                  </a:lnTo>
                  <a:lnTo>
                    <a:pt x="789534" y="491777"/>
                  </a:lnTo>
                  <a:lnTo>
                    <a:pt x="797408" y="446704"/>
                  </a:lnTo>
                  <a:lnTo>
                    <a:pt x="800100" y="400050"/>
                  </a:lnTo>
                  <a:lnTo>
                    <a:pt x="797408" y="353388"/>
                  </a:lnTo>
                  <a:lnTo>
                    <a:pt x="789534" y="308310"/>
                  </a:lnTo>
                  <a:lnTo>
                    <a:pt x="776777" y="265114"/>
                  </a:lnTo>
                  <a:lnTo>
                    <a:pt x="759438" y="224101"/>
                  </a:lnTo>
                  <a:lnTo>
                    <a:pt x="737817" y="185570"/>
                  </a:lnTo>
                  <a:lnTo>
                    <a:pt x="712213" y="149822"/>
                  </a:lnTo>
                  <a:lnTo>
                    <a:pt x="682928" y="117157"/>
                  </a:lnTo>
                  <a:lnTo>
                    <a:pt x="650261" y="87874"/>
                  </a:lnTo>
                  <a:lnTo>
                    <a:pt x="614512" y="62273"/>
                  </a:lnTo>
                  <a:lnTo>
                    <a:pt x="575982" y="40654"/>
                  </a:lnTo>
                  <a:lnTo>
                    <a:pt x="534970" y="23318"/>
                  </a:lnTo>
                  <a:lnTo>
                    <a:pt x="491777" y="10563"/>
                  </a:lnTo>
                  <a:lnTo>
                    <a:pt x="446704" y="269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CC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18832" y="5253037"/>
            <a:ext cx="33020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-45" dirty="0">
                <a:solidFill>
                  <a:srgbClr val="FFFFFF"/>
                </a:solidFill>
                <a:latin typeface="Trebuchet MS"/>
                <a:cs typeface="Trebuchet MS"/>
              </a:rPr>
              <a:t>05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39875" y="5108003"/>
            <a:ext cx="9688195" cy="65468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4700"/>
              </a:lnSpc>
              <a:spcBef>
                <a:spcPts val="5"/>
              </a:spcBef>
            </a:pPr>
            <a:r>
              <a:rPr sz="2150" b="1" dirty="0">
                <a:solidFill>
                  <a:srgbClr val="CC00FF"/>
                </a:solidFill>
                <a:latin typeface="Trebuchet MS"/>
                <a:cs typeface="Trebuchet MS"/>
              </a:rPr>
              <a:t>User-</a:t>
            </a:r>
            <a:r>
              <a:rPr sz="2150" b="1" spc="-50" dirty="0">
                <a:solidFill>
                  <a:srgbClr val="CC00FF"/>
                </a:solidFill>
                <a:latin typeface="Trebuchet MS"/>
                <a:cs typeface="Trebuchet MS"/>
              </a:rPr>
              <a:t>Friendly</a:t>
            </a:r>
            <a:r>
              <a:rPr sz="2150" b="1" spc="-105" dirty="0">
                <a:solidFill>
                  <a:srgbClr val="CC00FF"/>
                </a:solidFill>
                <a:latin typeface="Trebuchet MS"/>
                <a:cs typeface="Trebuchet MS"/>
              </a:rPr>
              <a:t> </a:t>
            </a:r>
            <a:r>
              <a:rPr sz="2150" b="1" spc="545" dirty="0">
                <a:solidFill>
                  <a:srgbClr val="CC00FF"/>
                </a:solidFill>
                <a:latin typeface="Trebuchet MS"/>
                <a:cs typeface="Trebuchet MS"/>
              </a:rPr>
              <a:t>s</a:t>
            </a:r>
            <a:r>
              <a:rPr sz="2150" b="1" spc="-130" dirty="0">
                <a:solidFill>
                  <a:srgbClr val="CC00FF"/>
                </a:solidFill>
                <a:latin typeface="Trebuchet MS"/>
                <a:cs typeface="Trebuchet MS"/>
              </a:rPr>
              <a:t> </a:t>
            </a:r>
            <a:r>
              <a:rPr sz="2150" b="1" dirty="0">
                <a:solidFill>
                  <a:srgbClr val="CC00FF"/>
                </a:solidFill>
                <a:latin typeface="Trebuchet MS"/>
                <a:cs typeface="Trebuchet MS"/>
              </a:rPr>
              <a:t>Responsive</a:t>
            </a:r>
            <a:r>
              <a:rPr sz="2150" b="1" spc="-170" dirty="0">
                <a:solidFill>
                  <a:srgbClr val="CC00FF"/>
                </a:solidFill>
                <a:latin typeface="Trebuchet MS"/>
                <a:cs typeface="Trebuchet MS"/>
              </a:rPr>
              <a:t> </a:t>
            </a:r>
            <a:r>
              <a:rPr sz="2150" b="1" dirty="0">
                <a:solidFill>
                  <a:srgbClr val="CC00FF"/>
                </a:solidFill>
                <a:latin typeface="Trebuchet MS"/>
                <a:cs typeface="Trebuchet MS"/>
              </a:rPr>
              <a:t>Interface</a:t>
            </a:r>
            <a:r>
              <a:rPr sz="2150" b="1" spc="445" dirty="0">
                <a:solidFill>
                  <a:srgbClr val="CC00FF"/>
                </a:solidFill>
                <a:latin typeface="Trebuchet MS"/>
                <a:cs typeface="Trebuchet MS"/>
              </a:rPr>
              <a:t> </a:t>
            </a:r>
            <a:r>
              <a:rPr sz="1850" spc="-35" dirty="0">
                <a:solidFill>
                  <a:srgbClr val="DFDFDF"/>
                </a:solidFill>
                <a:latin typeface="Trebuchet MS"/>
                <a:cs typeface="Trebuchet MS"/>
              </a:rPr>
              <a:t>Deliver</a:t>
            </a:r>
            <a:r>
              <a:rPr sz="1850" spc="-100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DFDFDF"/>
                </a:solidFill>
                <a:latin typeface="Trebuchet MS"/>
                <a:cs typeface="Trebuchet MS"/>
              </a:rPr>
              <a:t>an</a:t>
            </a:r>
            <a:r>
              <a:rPr sz="1850" spc="-130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-65" dirty="0">
                <a:solidFill>
                  <a:srgbClr val="DFDFDF"/>
                </a:solidFill>
                <a:latin typeface="Trebuchet MS"/>
                <a:cs typeface="Trebuchet MS"/>
              </a:rPr>
              <a:t>intuitive</a:t>
            </a:r>
            <a:r>
              <a:rPr sz="1850" spc="-80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DFDFDF"/>
                </a:solidFill>
                <a:latin typeface="Trebuchet MS"/>
                <a:cs typeface="Trebuchet MS"/>
              </a:rPr>
              <a:t>design</a:t>
            </a:r>
            <a:r>
              <a:rPr sz="1850" spc="-130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-65" dirty="0">
                <a:solidFill>
                  <a:srgbClr val="DFDFDF"/>
                </a:solidFill>
                <a:latin typeface="Trebuchet MS"/>
                <a:cs typeface="Trebuchet MS"/>
              </a:rPr>
              <a:t>that</a:t>
            </a:r>
            <a:r>
              <a:rPr sz="1850" spc="-70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dirty="0">
                <a:solidFill>
                  <a:srgbClr val="DFDFDF"/>
                </a:solidFill>
                <a:latin typeface="Trebuchet MS"/>
                <a:cs typeface="Trebuchet MS"/>
              </a:rPr>
              <a:t>works</a:t>
            </a:r>
            <a:r>
              <a:rPr sz="1850" spc="-85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55" dirty="0">
                <a:solidFill>
                  <a:srgbClr val="DFDFDF"/>
                </a:solidFill>
                <a:latin typeface="Trebuchet MS"/>
                <a:cs typeface="Trebuchet MS"/>
              </a:rPr>
              <a:t>across</a:t>
            </a:r>
            <a:r>
              <a:rPr sz="1850" spc="-80" dirty="0">
                <a:solidFill>
                  <a:srgbClr val="DFDFDF"/>
                </a:solidFill>
                <a:latin typeface="Trebuchet MS"/>
                <a:cs typeface="Trebuchet MS"/>
              </a:rPr>
              <a:t> </a:t>
            </a:r>
            <a:r>
              <a:rPr sz="1850" spc="-25" dirty="0">
                <a:solidFill>
                  <a:srgbClr val="DFDFDF"/>
                </a:solidFill>
                <a:latin typeface="Trebuchet MS"/>
                <a:cs typeface="Trebuchet MS"/>
              </a:rPr>
              <a:t>all </a:t>
            </a:r>
            <a:r>
              <a:rPr sz="1850" spc="-10" dirty="0">
                <a:solidFill>
                  <a:srgbClr val="DFDFDF"/>
                </a:solidFill>
                <a:latin typeface="Trebuchet MS"/>
                <a:cs typeface="Trebuchet MS"/>
              </a:rPr>
              <a:t>devices.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6638925"/>
            <a:ext cx="12192000" cy="219075"/>
          </a:xfrm>
          <a:custGeom>
            <a:avLst/>
            <a:gdLst/>
            <a:ahLst/>
            <a:cxnLst/>
            <a:rect l="l" t="t" r="r" b="b"/>
            <a:pathLst>
              <a:path w="12192000" h="219075">
                <a:moveTo>
                  <a:pt x="12192000" y="0"/>
                </a:moveTo>
                <a:lnTo>
                  <a:pt x="0" y="0"/>
                </a:lnTo>
                <a:lnTo>
                  <a:pt x="0" y="219075"/>
                </a:lnTo>
                <a:lnTo>
                  <a:pt x="12192000" y="21907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C7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5153025" y="384175"/>
                </a:moveTo>
                <a:lnTo>
                  <a:pt x="5144528" y="342188"/>
                </a:lnTo>
                <a:lnTo>
                  <a:pt x="5121376" y="307873"/>
                </a:lnTo>
                <a:lnTo>
                  <a:pt x="5087061" y="284721"/>
                </a:lnTo>
                <a:lnTo>
                  <a:pt x="5045075" y="276225"/>
                </a:lnTo>
                <a:lnTo>
                  <a:pt x="660400" y="276225"/>
                </a:lnTo>
                <a:lnTo>
                  <a:pt x="618375" y="284721"/>
                </a:lnTo>
                <a:lnTo>
                  <a:pt x="584060" y="307873"/>
                </a:lnTo>
                <a:lnTo>
                  <a:pt x="560933" y="342188"/>
                </a:lnTo>
                <a:lnTo>
                  <a:pt x="552450" y="384175"/>
                </a:lnTo>
                <a:lnTo>
                  <a:pt x="552450" y="815975"/>
                </a:lnTo>
                <a:lnTo>
                  <a:pt x="560933" y="857973"/>
                </a:lnTo>
                <a:lnTo>
                  <a:pt x="584060" y="892289"/>
                </a:lnTo>
                <a:lnTo>
                  <a:pt x="618375" y="915441"/>
                </a:lnTo>
                <a:lnTo>
                  <a:pt x="660400" y="923925"/>
                </a:lnTo>
                <a:lnTo>
                  <a:pt x="5045075" y="923925"/>
                </a:lnTo>
                <a:lnTo>
                  <a:pt x="5087061" y="915441"/>
                </a:lnTo>
                <a:lnTo>
                  <a:pt x="5121376" y="892289"/>
                </a:lnTo>
                <a:lnTo>
                  <a:pt x="5144528" y="857973"/>
                </a:lnTo>
                <a:lnTo>
                  <a:pt x="5153025" y="815975"/>
                </a:lnTo>
                <a:lnTo>
                  <a:pt x="5153025" y="384175"/>
                </a:lnTo>
                <a:close/>
              </a:path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219075"/>
                </a:lnTo>
                <a:lnTo>
                  <a:pt x="0" y="6858000"/>
                </a:lnTo>
                <a:lnTo>
                  <a:pt x="428625" y="6858000"/>
                </a:lnTo>
                <a:lnTo>
                  <a:pt x="428625" y="219075"/>
                </a:lnTo>
                <a:lnTo>
                  <a:pt x="12192000" y="21907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D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6690">
              <a:lnSpc>
                <a:spcPct val="100000"/>
              </a:lnSpc>
              <a:spcBef>
                <a:spcPts val="125"/>
              </a:spcBef>
            </a:pPr>
            <a:r>
              <a:rPr dirty="0"/>
              <a:t>Technologies</a:t>
            </a:r>
            <a:r>
              <a:rPr spc="-90" dirty="0"/>
              <a:t> </a:t>
            </a:r>
            <a:r>
              <a:rPr spc="-20" dirty="0"/>
              <a:t>Used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31640" y="1052512"/>
            <a:ext cx="48361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BABABA"/>
                </a:solidFill>
                <a:latin typeface="Trebuchet MS"/>
                <a:cs typeface="Trebuchet MS"/>
              </a:rPr>
              <a:t>Full-</a:t>
            </a:r>
            <a:r>
              <a:rPr sz="1800" dirty="0">
                <a:solidFill>
                  <a:srgbClr val="BABABA"/>
                </a:solidFill>
                <a:latin typeface="Trebuchet MS"/>
                <a:cs typeface="Trebuchet MS"/>
              </a:rPr>
              <a:t>stack</a:t>
            </a:r>
            <a:r>
              <a:rPr sz="1800" spc="-190" dirty="0">
                <a:solidFill>
                  <a:srgbClr val="BABABA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BABABA"/>
                </a:solidFill>
                <a:latin typeface="Trebuchet MS"/>
                <a:cs typeface="Trebuchet MS"/>
              </a:rPr>
              <a:t>technology</a:t>
            </a:r>
            <a:r>
              <a:rPr sz="1800" spc="-114" dirty="0">
                <a:solidFill>
                  <a:srgbClr val="BABABA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BABABA"/>
                </a:solidFill>
                <a:latin typeface="Trebuchet MS"/>
                <a:cs typeface="Trebuchet MS"/>
              </a:rPr>
              <a:t>stack</a:t>
            </a:r>
            <a:r>
              <a:rPr sz="1800" spc="-105" dirty="0">
                <a:solidFill>
                  <a:srgbClr val="BABABA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BABABA"/>
                </a:solidFill>
                <a:latin typeface="Trebuchet MS"/>
                <a:cs typeface="Trebuchet MS"/>
              </a:rPr>
              <a:t>powering</a:t>
            </a:r>
            <a:r>
              <a:rPr sz="1800" spc="-95" dirty="0">
                <a:solidFill>
                  <a:srgbClr val="BABABA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BABABA"/>
                </a:solidFill>
                <a:latin typeface="Trebuchet MS"/>
                <a:cs typeface="Trebuchet MS"/>
              </a:rPr>
              <a:t>Hire</a:t>
            </a:r>
            <a:r>
              <a:rPr sz="1800" spc="-185" dirty="0">
                <a:solidFill>
                  <a:srgbClr val="BABABA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BABABA"/>
                </a:solidFill>
                <a:latin typeface="Trebuchet MS"/>
                <a:cs typeface="Trebuchet MS"/>
              </a:rPr>
              <a:t>Helper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3400" y="1543050"/>
            <a:ext cx="5438775" cy="2333625"/>
            <a:chOff x="533400" y="1543050"/>
            <a:chExt cx="5438775" cy="2333625"/>
          </a:xfrm>
        </p:grpSpPr>
        <p:sp>
          <p:nvSpPr>
            <p:cNvPr id="6" name="object 6"/>
            <p:cNvSpPr/>
            <p:nvPr/>
          </p:nvSpPr>
          <p:spPr>
            <a:xfrm>
              <a:off x="552450" y="1562100"/>
              <a:ext cx="5400675" cy="2295525"/>
            </a:xfrm>
            <a:custGeom>
              <a:avLst/>
              <a:gdLst/>
              <a:ahLst/>
              <a:cxnLst/>
              <a:rect l="l" t="t" r="r" b="b"/>
              <a:pathLst>
                <a:path w="5400675" h="2295525">
                  <a:moveTo>
                    <a:pt x="5018024" y="0"/>
                  </a:moveTo>
                  <a:lnTo>
                    <a:pt x="382600" y="0"/>
                  </a:lnTo>
                  <a:lnTo>
                    <a:pt x="334607" y="2981"/>
                  </a:lnTo>
                  <a:lnTo>
                    <a:pt x="288394" y="11686"/>
                  </a:lnTo>
                  <a:lnTo>
                    <a:pt x="244318" y="25757"/>
                  </a:lnTo>
                  <a:lnTo>
                    <a:pt x="202738" y="44834"/>
                  </a:lnTo>
                  <a:lnTo>
                    <a:pt x="164013" y="68559"/>
                  </a:lnTo>
                  <a:lnTo>
                    <a:pt x="128500" y="96573"/>
                  </a:lnTo>
                  <a:lnTo>
                    <a:pt x="96560" y="128518"/>
                  </a:lnTo>
                  <a:lnTo>
                    <a:pt x="68549" y="164036"/>
                  </a:lnTo>
                  <a:lnTo>
                    <a:pt x="44827" y="202766"/>
                  </a:lnTo>
                  <a:lnTo>
                    <a:pt x="25753" y="244352"/>
                  </a:lnTo>
                  <a:lnTo>
                    <a:pt x="11685" y="288433"/>
                  </a:lnTo>
                  <a:lnTo>
                    <a:pt x="2981" y="334652"/>
                  </a:lnTo>
                  <a:lnTo>
                    <a:pt x="0" y="382650"/>
                  </a:lnTo>
                  <a:lnTo>
                    <a:pt x="0" y="1912874"/>
                  </a:lnTo>
                  <a:lnTo>
                    <a:pt x="2981" y="1960872"/>
                  </a:lnTo>
                  <a:lnTo>
                    <a:pt x="11685" y="2007091"/>
                  </a:lnTo>
                  <a:lnTo>
                    <a:pt x="25753" y="2051172"/>
                  </a:lnTo>
                  <a:lnTo>
                    <a:pt x="44827" y="2092758"/>
                  </a:lnTo>
                  <a:lnTo>
                    <a:pt x="68549" y="2131488"/>
                  </a:lnTo>
                  <a:lnTo>
                    <a:pt x="96560" y="2167006"/>
                  </a:lnTo>
                  <a:lnTo>
                    <a:pt x="128500" y="2198951"/>
                  </a:lnTo>
                  <a:lnTo>
                    <a:pt x="164013" y="2226965"/>
                  </a:lnTo>
                  <a:lnTo>
                    <a:pt x="202738" y="2250690"/>
                  </a:lnTo>
                  <a:lnTo>
                    <a:pt x="244318" y="2269767"/>
                  </a:lnTo>
                  <a:lnTo>
                    <a:pt x="288394" y="2283838"/>
                  </a:lnTo>
                  <a:lnTo>
                    <a:pt x="334607" y="2292543"/>
                  </a:lnTo>
                  <a:lnTo>
                    <a:pt x="382600" y="2295525"/>
                  </a:lnTo>
                  <a:lnTo>
                    <a:pt x="5018024" y="2295525"/>
                  </a:lnTo>
                  <a:lnTo>
                    <a:pt x="5066022" y="2292543"/>
                  </a:lnTo>
                  <a:lnTo>
                    <a:pt x="5112241" y="2283838"/>
                  </a:lnTo>
                  <a:lnTo>
                    <a:pt x="5156322" y="2269767"/>
                  </a:lnTo>
                  <a:lnTo>
                    <a:pt x="5197908" y="2250690"/>
                  </a:lnTo>
                  <a:lnTo>
                    <a:pt x="5236638" y="2226965"/>
                  </a:lnTo>
                  <a:lnTo>
                    <a:pt x="5272156" y="2198951"/>
                  </a:lnTo>
                  <a:lnTo>
                    <a:pt x="5304101" y="2167006"/>
                  </a:lnTo>
                  <a:lnTo>
                    <a:pt x="5332115" y="2131488"/>
                  </a:lnTo>
                  <a:lnTo>
                    <a:pt x="5355840" y="2092758"/>
                  </a:lnTo>
                  <a:lnTo>
                    <a:pt x="5374917" y="2051172"/>
                  </a:lnTo>
                  <a:lnTo>
                    <a:pt x="5388988" y="2007091"/>
                  </a:lnTo>
                  <a:lnTo>
                    <a:pt x="5397693" y="1960872"/>
                  </a:lnTo>
                  <a:lnTo>
                    <a:pt x="5400675" y="1912874"/>
                  </a:lnTo>
                  <a:lnTo>
                    <a:pt x="5400675" y="382650"/>
                  </a:lnTo>
                  <a:lnTo>
                    <a:pt x="5397693" y="334652"/>
                  </a:lnTo>
                  <a:lnTo>
                    <a:pt x="5388988" y="288433"/>
                  </a:lnTo>
                  <a:lnTo>
                    <a:pt x="5374917" y="244352"/>
                  </a:lnTo>
                  <a:lnTo>
                    <a:pt x="5355840" y="202766"/>
                  </a:lnTo>
                  <a:lnTo>
                    <a:pt x="5332115" y="164036"/>
                  </a:lnTo>
                  <a:lnTo>
                    <a:pt x="5304101" y="128518"/>
                  </a:lnTo>
                  <a:lnTo>
                    <a:pt x="5272156" y="96573"/>
                  </a:lnTo>
                  <a:lnTo>
                    <a:pt x="5236638" y="68559"/>
                  </a:lnTo>
                  <a:lnTo>
                    <a:pt x="5197908" y="44834"/>
                  </a:lnTo>
                  <a:lnTo>
                    <a:pt x="5156322" y="25757"/>
                  </a:lnTo>
                  <a:lnTo>
                    <a:pt x="5112241" y="11686"/>
                  </a:lnTo>
                  <a:lnTo>
                    <a:pt x="5066022" y="2981"/>
                  </a:lnTo>
                  <a:lnTo>
                    <a:pt x="5018024" y="0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2450" y="1562100"/>
              <a:ext cx="5400675" cy="2295525"/>
            </a:xfrm>
            <a:custGeom>
              <a:avLst/>
              <a:gdLst/>
              <a:ahLst/>
              <a:cxnLst/>
              <a:rect l="l" t="t" r="r" b="b"/>
              <a:pathLst>
                <a:path w="5400675" h="2295525">
                  <a:moveTo>
                    <a:pt x="0" y="382650"/>
                  </a:moveTo>
                  <a:lnTo>
                    <a:pt x="2981" y="334652"/>
                  </a:lnTo>
                  <a:lnTo>
                    <a:pt x="11685" y="288433"/>
                  </a:lnTo>
                  <a:lnTo>
                    <a:pt x="25753" y="244352"/>
                  </a:lnTo>
                  <a:lnTo>
                    <a:pt x="44827" y="202766"/>
                  </a:lnTo>
                  <a:lnTo>
                    <a:pt x="68549" y="164036"/>
                  </a:lnTo>
                  <a:lnTo>
                    <a:pt x="96560" y="128518"/>
                  </a:lnTo>
                  <a:lnTo>
                    <a:pt x="128500" y="96573"/>
                  </a:lnTo>
                  <a:lnTo>
                    <a:pt x="164013" y="68559"/>
                  </a:lnTo>
                  <a:lnTo>
                    <a:pt x="202738" y="44834"/>
                  </a:lnTo>
                  <a:lnTo>
                    <a:pt x="244318" y="25757"/>
                  </a:lnTo>
                  <a:lnTo>
                    <a:pt x="288394" y="11686"/>
                  </a:lnTo>
                  <a:lnTo>
                    <a:pt x="334607" y="2981"/>
                  </a:lnTo>
                  <a:lnTo>
                    <a:pt x="382600" y="0"/>
                  </a:lnTo>
                  <a:lnTo>
                    <a:pt x="5018024" y="0"/>
                  </a:lnTo>
                  <a:lnTo>
                    <a:pt x="5066022" y="2981"/>
                  </a:lnTo>
                  <a:lnTo>
                    <a:pt x="5112241" y="11686"/>
                  </a:lnTo>
                  <a:lnTo>
                    <a:pt x="5156322" y="25757"/>
                  </a:lnTo>
                  <a:lnTo>
                    <a:pt x="5197908" y="44834"/>
                  </a:lnTo>
                  <a:lnTo>
                    <a:pt x="5236638" y="68559"/>
                  </a:lnTo>
                  <a:lnTo>
                    <a:pt x="5272156" y="96573"/>
                  </a:lnTo>
                  <a:lnTo>
                    <a:pt x="5304101" y="128518"/>
                  </a:lnTo>
                  <a:lnTo>
                    <a:pt x="5332115" y="164036"/>
                  </a:lnTo>
                  <a:lnTo>
                    <a:pt x="5355840" y="202766"/>
                  </a:lnTo>
                  <a:lnTo>
                    <a:pt x="5374917" y="244352"/>
                  </a:lnTo>
                  <a:lnTo>
                    <a:pt x="5388988" y="288433"/>
                  </a:lnTo>
                  <a:lnTo>
                    <a:pt x="5397693" y="334652"/>
                  </a:lnTo>
                  <a:lnTo>
                    <a:pt x="5400675" y="382650"/>
                  </a:lnTo>
                  <a:lnTo>
                    <a:pt x="5400675" y="1912874"/>
                  </a:lnTo>
                  <a:lnTo>
                    <a:pt x="5397693" y="1960872"/>
                  </a:lnTo>
                  <a:lnTo>
                    <a:pt x="5388988" y="2007091"/>
                  </a:lnTo>
                  <a:lnTo>
                    <a:pt x="5374917" y="2051172"/>
                  </a:lnTo>
                  <a:lnTo>
                    <a:pt x="5355840" y="2092758"/>
                  </a:lnTo>
                  <a:lnTo>
                    <a:pt x="5332115" y="2131488"/>
                  </a:lnTo>
                  <a:lnTo>
                    <a:pt x="5304101" y="2167006"/>
                  </a:lnTo>
                  <a:lnTo>
                    <a:pt x="5272156" y="2198951"/>
                  </a:lnTo>
                  <a:lnTo>
                    <a:pt x="5236638" y="2226965"/>
                  </a:lnTo>
                  <a:lnTo>
                    <a:pt x="5197908" y="2250690"/>
                  </a:lnTo>
                  <a:lnTo>
                    <a:pt x="5156322" y="2269767"/>
                  </a:lnTo>
                  <a:lnTo>
                    <a:pt x="5112241" y="2283838"/>
                  </a:lnTo>
                  <a:lnTo>
                    <a:pt x="5066022" y="2292543"/>
                  </a:lnTo>
                  <a:lnTo>
                    <a:pt x="5018024" y="2295525"/>
                  </a:lnTo>
                  <a:lnTo>
                    <a:pt x="382600" y="2295525"/>
                  </a:lnTo>
                  <a:lnTo>
                    <a:pt x="334607" y="2292543"/>
                  </a:lnTo>
                  <a:lnTo>
                    <a:pt x="288394" y="2283838"/>
                  </a:lnTo>
                  <a:lnTo>
                    <a:pt x="244318" y="2269767"/>
                  </a:lnTo>
                  <a:lnTo>
                    <a:pt x="202738" y="2250690"/>
                  </a:lnTo>
                  <a:lnTo>
                    <a:pt x="164013" y="2226965"/>
                  </a:lnTo>
                  <a:lnTo>
                    <a:pt x="128500" y="2198951"/>
                  </a:lnTo>
                  <a:lnTo>
                    <a:pt x="96560" y="2167006"/>
                  </a:lnTo>
                  <a:lnTo>
                    <a:pt x="68549" y="2131488"/>
                  </a:lnTo>
                  <a:lnTo>
                    <a:pt x="44827" y="2092758"/>
                  </a:lnTo>
                  <a:lnTo>
                    <a:pt x="25753" y="2051172"/>
                  </a:lnTo>
                  <a:lnTo>
                    <a:pt x="11685" y="2007091"/>
                  </a:lnTo>
                  <a:lnTo>
                    <a:pt x="2981" y="1960872"/>
                  </a:lnTo>
                  <a:lnTo>
                    <a:pt x="0" y="1912874"/>
                  </a:lnTo>
                  <a:lnTo>
                    <a:pt x="0" y="382650"/>
                  </a:lnTo>
                  <a:close/>
                </a:path>
              </a:pathLst>
            </a:custGeom>
            <a:ln w="38100">
              <a:solidFill>
                <a:srgbClr val="00C7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2450" y="1562100"/>
              <a:ext cx="600075" cy="2295525"/>
            </a:xfrm>
            <a:custGeom>
              <a:avLst/>
              <a:gdLst/>
              <a:ahLst/>
              <a:cxnLst/>
              <a:rect l="l" t="t" r="r" b="b"/>
              <a:pathLst>
                <a:path w="600075" h="2295525">
                  <a:moveTo>
                    <a:pt x="500062" y="0"/>
                  </a:moveTo>
                  <a:lnTo>
                    <a:pt x="100012" y="0"/>
                  </a:lnTo>
                  <a:lnTo>
                    <a:pt x="61084" y="7868"/>
                  </a:lnTo>
                  <a:lnTo>
                    <a:pt x="29294" y="29321"/>
                  </a:lnTo>
                  <a:lnTo>
                    <a:pt x="7859" y="61132"/>
                  </a:lnTo>
                  <a:lnTo>
                    <a:pt x="0" y="100075"/>
                  </a:lnTo>
                  <a:lnTo>
                    <a:pt x="0" y="2195449"/>
                  </a:lnTo>
                  <a:lnTo>
                    <a:pt x="7859" y="2234392"/>
                  </a:lnTo>
                  <a:lnTo>
                    <a:pt x="29294" y="2266203"/>
                  </a:lnTo>
                  <a:lnTo>
                    <a:pt x="61084" y="2287656"/>
                  </a:lnTo>
                  <a:lnTo>
                    <a:pt x="100012" y="2295525"/>
                  </a:lnTo>
                  <a:lnTo>
                    <a:pt x="500062" y="2295525"/>
                  </a:lnTo>
                  <a:lnTo>
                    <a:pt x="538990" y="2287656"/>
                  </a:lnTo>
                  <a:lnTo>
                    <a:pt x="570780" y="2266203"/>
                  </a:lnTo>
                  <a:lnTo>
                    <a:pt x="592215" y="2234392"/>
                  </a:lnTo>
                  <a:lnTo>
                    <a:pt x="600075" y="2195449"/>
                  </a:lnTo>
                  <a:lnTo>
                    <a:pt x="600075" y="100075"/>
                  </a:lnTo>
                  <a:lnTo>
                    <a:pt x="592215" y="61132"/>
                  </a:lnTo>
                  <a:lnTo>
                    <a:pt x="570780" y="29321"/>
                  </a:lnTo>
                  <a:lnTo>
                    <a:pt x="538990" y="7868"/>
                  </a:lnTo>
                  <a:lnTo>
                    <a:pt x="500062" y="0"/>
                  </a:lnTo>
                  <a:close/>
                </a:path>
              </a:pathLst>
            </a:custGeom>
            <a:solidFill>
              <a:srgbClr val="00C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09624" y="1606867"/>
            <a:ext cx="2894330" cy="1457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b="1" spc="-10" dirty="0">
                <a:solidFill>
                  <a:srgbClr val="00C7FF"/>
                </a:solidFill>
                <a:latin typeface="Trebuchet MS"/>
                <a:cs typeface="Trebuchet MS"/>
              </a:rPr>
              <a:t>Frontend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sz="2000" b="1" dirty="0">
                <a:solidFill>
                  <a:srgbClr val="FFFFFF"/>
                </a:solidFill>
                <a:latin typeface="Trebuchet MS"/>
                <a:cs typeface="Trebuchet MS"/>
              </a:rPr>
              <a:t>React</a:t>
            </a:r>
            <a:r>
              <a:rPr sz="2000" b="1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JS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solidFill>
                  <a:srgbClr val="BABABA"/>
                </a:solidFill>
                <a:latin typeface="Trebuchet MS"/>
                <a:cs typeface="Trebuchet MS"/>
              </a:rPr>
              <a:t>HTML</a:t>
            </a:r>
            <a:r>
              <a:rPr sz="1700" spc="135" dirty="0">
                <a:solidFill>
                  <a:srgbClr val="BABABA"/>
                </a:solidFill>
                <a:latin typeface="Trebuchet MS"/>
                <a:cs typeface="Trebuchet MS"/>
              </a:rPr>
              <a:t> </a:t>
            </a:r>
            <a:r>
              <a:rPr sz="1700" spc="-430" dirty="0">
                <a:solidFill>
                  <a:srgbClr val="BABABA"/>
                </a:solidFill>
                <a:latin typeface="Trebuchet MS"/>
                <a:cs typeface="Trebuchet MS"/>
              </a:rPr>
              <a:t>|</a:t>
            </a:r>
            <a:r>
              <a:rPr sz="1700" spc="229" dirty="0">
                <a:solidFill>
                  <a:srgbClr val="BABABA"/>
                </a:solidFill>
                <a:latin typeface="Trebuchet MS"/>
                <a:cs typeface="Trebuchet MS"/>
              </a:rPr>
              <a:t> </a:t>
            </a:r>
            <a:r>
              <a:rPr sz="1700" spc="140" dirty="0">
                <a:solidFill>
                  <a:srgbClr val="BABABA"/>
                </a:solidFill>
                <a:latin typeface="Trebuchet MS"/>
                <a:cs typeface="Trebuchet MS"/>
              </a:rPr>
              <a:t>CSS</a:t>
            </a:r>
            <a:r>
              <a:rPr sz="1700" spc="250" dirty="0">
                <a:solidFill>
                  <a:srgbClr val="BABABA"/>
                </a:solidFill>
                <a:latin typeface="Trebuchet MS"/>
                <a:cs typeface="Trebuchet MS"/>
              </a:rPr>
              <a:t> </a:t>
            </a:r>
            <a:r>
              <a:rPr sz="1700" spc="-430" dirty="0">
                <a:solidFill>
                  <a:srgbClr val="BABABA"/>
                </a:solidFill>
                <a:latin typeface="Trebuchet MS"/>
                <a:cs typeface="Trebuchet MS"/>
              </a:rPr>
              <a:t>|</a:t>
            </a:r>
            <a:r>
              <a:rPr sz="1700" spc="160" dirty="0">
                <a:solidFill>
                  <a:srgbClr val="BABABA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BABABA"/>
                </a:solidFill>
                <a:latin typeface="Trebuchet MS"/>
                <a:cs typeface="Trebuchet MS"/>
              </a:rPr>
              <a:t>JavaScript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550" dirty="0">
                <a:solidFill>
                  <a:srgbClr val="AAAAAA"/>
                </a:solidFill>
                <a:latin typeface="Trebuchet MS"/>
                <a:cs typeface="Trebuchet MS"/>
              </a:rPr>
              <a:t>Component-based</a:t>
            </a:r>
            <a:r>
              <a:rPr sz="1550" spc="125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AAAAAA"/>
                </a:solidFill>
                <a:latin typeface="Trebuchet MS"/>
                <a:cs typeface="Trebuchet MS"/>
              </a:rPr>
              <a:t>UI</a:t>
            </a:r>
            <a:r>
              <a:rPr sz="1550" spc="17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AAAAAA"/>
                </a:solidFill>
                <a:latin typeface="Trebuchet MS"/>
                <a:cs typeface="Trebuchet MS"/>
              </a:rPr>
              <a:t>framework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76975" y="1543050"/>
            <a:ext cx="5438775" cy="2333625"/>
            <a:chOff x="6276975" y="1543050"/>
            <a:chExt cx="5438775" cy="2333625"/>
          </a:xfrm>
        </p:grpSpPr>
        <p:sp>
          <p:nvSpPr>
            <p:cNvPr id="11" name="object 11"/>
            <p:cNvSpPr/>
            <p:nvPr/>
          </p:nvSpPr>
          <p:spPr>
            <a:xfrm>
              <a:off x="6296025" y="1562100"/>
              <a:ext cx="5400675" cy="2295525"/>
            </a:xfrm>
            <a:custGeom>
              <a:avLst/>
              <a:gdLst/>
              <a:ahLst/>
              <a:cxnLst/>
              <a:rect l="l" t="t" r="r" b="b"/>
              <a:pathLst>
                <a:path w="5400675" h="2295525">
                  <a:moveTo>
                    <a:pt x="5018024" y="0"/>
                  </a:moveTo>
                  <a:lnTo>
                    <a:pt x="382650" y="0"/>
                  </a:lnTo>
                  <a:lnTo>
                    <a:pt x="334652" y="2981"/>
                  </a:lnTo>
                  <a:lnTo>
                    <a:pt x="288433" y="11686"/>
                  </a:lnTo>
                  <a:lnTo>
                    <a:pt x="244352" y="25757"/>
                  </a:lnTo>
                  <a:lnTo>
                    <a:pt x="202766" y="44834"/>
                  </a:lnTo>
                  <a:lnTo>
                    <a:pt x="164036" y="68559"/>
                  </a:lnTo>
                  <a:lnTo>
                    <a:pt x="128518" y="96573"/>
                  </a:lnTo>
                  <a:lnTo>
                    <a:pt x="96573" y="128518"/>
                  </a:lnTo>
                  <a:lnTo>
                    <a:pt x="68559" y="164036"/>
                  </a:lnTo>
                  <a:lnTo>
                    <a:pt x="44834" y="202766"/>
                  </a:lnTo>
                  <a:lnTo>
                    <a:pt x="25757" y="244352"/>
                  </a:lnTo>
                  <a:lnTo>
                    <a:pt x="11686" y="288433"/>
                  </a:lnTo>
                  <a:lnTo>
                    <a:pt x="2981" y="334652"/>
                  </a:lnTo>
                  <a:lnTo>
                    <a:pt x="0" y="382650"/>
                  </a:lnTo>
                  <a:lnTo>
                    <a:pt x="0" y="1912874"/>
                  </a:lnTo>
                  <a:lnTo>
                    <a:pt x="2981" y="1960872"/>
                  </a:lnTo>
                  <a:lnTo>
                    <a:pt x="11686" y="2007091"/>
                  </a:lnTo>
                  <a:lnTo>
                    <a:pt x="25757" y="2051172"/>
                  </a:lnTo>
                  <a:lnTo>
                    <a:pt x="44834" y="2092758"/>
                  </a:lnTo>
                  <a:lnTo>
                    <a:pt x="68559" y="2131488"/>
                  </a:lnTo>
                  <a:lnTo>
                    <a:pt x="96573" y="2167006"/>
                  </a:lnTo>
                  <a:lnTo>
                    <a:pt x="128518" y="2198951"/>
                  </a:lnTo>
                  <a:lnTo>
                    <a:pt x="164036" y="2226965"/>
                  </a:lnTo>
                  <a:lnTo>
                    <a:pt x="202766" y="2250690"/>
                  </a:lnTo>
                  <a:lnTo>
                    <a:pt x="244352" y="2269767"/>
                  </a:lnTo>
                  <a:lnTo>
                    <a:pt x="288433" y="2283838"/>
                  </a:lnTo>
                  <a:lnTo>
                    <a:pt x="334652" y="2292543"/>
                  </a:lnTo>
                  <a:lnTo>
                    <a:pt x="382650" y="2295525"/>
                  </a:lnTo>
                  <a:lnTo>
                    <a:pt x="5018024" y="2295525"/>
                  </a:lnTo>
                  <a:lnTo>
                    <a:pt x="5066022" y="2292543"/>
                  </a:lnTo>
                  <a:lnTo>
                    <a:pt x="5112241" y="2283838"/>
                  </a:lnTo>
                  <a:lnTo>
                    <a:pt x="5156322" y="2269767"/>
                  </a:lnTo>
                  <a:lnTo>
                    <a:pt x="5197908" y="2250690"/>
                  </a:lnTo>
                  <a:lnTo>
                    <a:pt x="5236638" y="2226965"/>
                  </a:lnTo>
                  <a:lnTo>
                    <a:pt x="5272156" y="2198951"/>
                  </a:lnTo>
                  <a:lnTo>
                    <a:pt x="5304101" y="2167006"/>
                  </a:lnTo>
                  <a:lnTo>
                    <a:pt x="5332115" y="2131488"/>
                  </a:lnTo>
                  <a:lnTo>
                    <a:pt x="5355840" y="2092758"/>
                  </a:lnTo>
                  <a:lnTo>
                    <a:pt x="5374917" y="2051172"/>
                  </a:lnTo>
                  <a:lnTo>
                    <a:pt x="5388988" y="2007091"/>
                  </a:lnTo>
                  <a:lnTo>
                    <a:pt x="5397693" y="1960872"/>
                  </a:lnTo>
                  <a:lnTo>
                    <a:pt x="5400675" y="1912874"/>
                  </a:lnTo>
                  <a:lnTo>
                    <a:pt x="5400675" y="382650"/>
                  </a:lnTo>
                  <a:lnTo>
                    <a:pt x="5397693" y="334652"/>
                  </a:lnTo>
                  <a:lnTo>
                    <a:pt x="5388988" y="288433"/>
                  </a:lnTo>
                  <a:lnTo>
                    <a:pt x="5374917" y="244352"/>
                  </a:lnTo>
                  <a:lnTo>
                    <a:pt x="5355840" y="202766"/>
                  </a:lnTo>
                  <a:lnTo>
                    <a:pt x="5332115" y="164036"/>
                  </a:lnTo>
                  <a:lnTo>
                    <a:pt x="5304101" y="128518"/>
                  </a:lnTo>
                  <a:lnTo>
                    <a:pt x="5272156" y="96573"/>
                  </a:lnTo>
                  <a:lnTo>
                    <a:pt x="5236638" y="68559"/>
                  </a:lnTo>
                  <a:lnTo>
                    <a:pt x="5197908" y="44834"/>
                  </a:lnTo>
                  <a:lnTo>
                    <a:pt x="5156322" y="25757"/>
                  </a:lnTo>
                  <a:lnTo>
                    <a:pt x="5112241" y="11686"/>
                  </a:lnTo>
                  <a:lnTo>
                    <a:pt x="5066022" y="2981"/>
                  </a:lnTo>
                  <a:lnTo>
                    <a:pt x="5018024" y="0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96025" y="1562100"/>
              <a:ext cx="5400675" cy="2295525"/>
            </a:xfrm>
            <a:custGeom>
              <a:avLst/>
              <a:gdLst/>
              <a:ahLst/>
              <a:cxnLst/>
              <a:rect l="l" t="t" r="r" b="b"/>
              <a:pathLst>
                <a:path w="5400675" h="2295525">
                  <a:moveTo>
                    <a:pt x="0" y="382650"/>
                  </a:moveTo>
                  <a:lnTo>
                    <a:pt x="2981" y="334652"/>
                  </a:lnTo>
                  <a:lnTo>
                    <a:pt x="11686" y="288433"/>
                  </a:lnTo>
                  <a:lnTo>
                    <a:pt x="25757" y="244352"/>
                  </a:lnTo>
                  <a:lnTo>
                    <a:pt x="44834" y="202766"/>
                  </a:lnTo>
                  <a:lnTo>
                    <a:pt x="68559" y="164036"/>
                  </a:lnTo>
                  <a:lnTo>
                    <a:pt x="96573" y="128518"/>
                  </a:lnTo>
                  <a:lnTo>
                    <a:pt x="128518" y="96573"/>
                  </a:lnTo>
                  <a:lnTo>
                    <a:pt x="164036" y="68559"/>
                  </a:lnTo>
                  <a:lnTo>
                    <a:pt x="202766" y="44834"/>
                  </a:lnTo>
                  <a:lnTo>
                    <a:pt x="244352" y="25757"/>
                  </a:lnTo>
                  <a:lnTo>
                    <a:pt x="288433" y="11686"/>
                  </a:lnTo>
                  <a:lnTo>
                    <a:pt x="334652" y="2981"/>
                  </a:lnTo>
                  <a:lnTo>
                    <a:pt x="382650" y="0"/>
                  </a:lnTo>
                  <a:lnTo>
                    <a:pt x="5018024" y="0"/>
                  </a:lnTo>
                  <a:lnTo>
                    <a:pt x="5066022" y="2981"/>
                  </a:lnTo>
                  <a:lnTo>
                    <a:pt x="5112241" y="11686"/>
                  </a:lnTo>
                  <a:lnTo>
                    <a:pt x="5156322" y="25757"/>
                  </a:lnTo>
                  <a:lnTo>
                    <a:pt x="5197908" y="44834"/>
                  </a:lnTo>
                  <a:lnTo>
                    <a:pt x="5236638" y="68559"/>
                  </a:lnTo>
                  <a:lnTo>
                    <a:pt x="5272156" y="96573"/>
                  </a:lnTo>
                  <a:lnTo>
                    <a:pt x="5304101" y="128518"/>
                  </a:lnTo>
                  <a:lnTo>
                    <a:pt x="5332115" y="164036"/>
                  </a:lnTo>
                  <a:lnTo>
                    <a:pt x="5355840" y="202766"/>
                  </a:lnTo>
                  <a:lnTo>
                    <a:pt x="5374917" y="244352"/>
                  </a:lnTo>
                  <a:lnTo>
                    <a:pt x="5388988" y="288433"/>
                  </a:lnTo>
                  <a:lnTo>
                    <a:pt x="5397693" y="334652"/>
                  </a:lnTo>
                  <a:lnTo>
                    <a:pt x="5400675" y="382650"/>
                  </a:lnTo>
                  <a:lnTo>
                    <a:pt x="5400675" y="1912874"/>
                  </a:lnTo>
                  <a:lnTo>
                    <a:pt x="5397693" y="1960872"/>
                  </a:lnTo>
                  <a:lnTo>
                    <a:pt x="5388988" y="2007091"/>
                  </a:lnTo>
                  <a:lnTo>
                    <a:pt x="5374917" y="2051172"/>
                  </a:lnTo>
                  <a:lnTo>
                    <a:pt x="5355840" y="2092758"/>
                  </a:lnTo>
                  <a:lnTo>
                    <a:pt x="5332115" y="2131488"/>
                  </a:lnTo>
                  <a:lnTo>
                    <a:pt x="5304101" y="2167006"/>
                  </a:lnTo>
                  <a:lnTo>
                    <a:pt x="5272156" y="2198951"/>
                  </a:lnTo>
                  <a:lnTo>
                    <a:pt x="5236638" y="2226965"/>
                  </a:lnTo>
                  <a:lnTo>
                    <a:pt x="5197908" y="2250690"/>
                  </a:lnTo>
                  <a:lnTo>
                    <a:pt x="5156322" y="2269767"/>
                  </a:lnTo>
                  <a:lnTo>
                    <a:pt x="5112241" y="2283838"/>
                  </a:lnTo>
                  <a:lnTo>
                    <a:pt x="5066022" y="2292543"/>
                  </a:lnTo>
                  <a:lnTo>
                    <a:pt x="5018024" y="2295525"/>
                  </a:lnTo>
                  <a:lnTo>
                    <a:pt x="382650" y="2295525"/>
                  </a:lnTo>
                  <a:lnTo>
                    <a:pt x="334652" y="2292543"/>
                  </a:lnTo>
                  <a:lnTo>
                    <a:pt x="288433" y="2283838"/>
                  </a:lnTo>
                  <a:lnTo>
                    <a:pt x="244352" y="2269767"/>
                  </a:lnTo>
                  <a:lnTo>
                    <a:pt x="202766" y="2250690"/>
                  </a:lnTo>
                  <a:lnTo>
                    <a:pt x="164036" y="2226965"/>
                  </a:lnTo>
                  <a:lnTo>
                    <a:pt x="128518" y="2198951"/>
                  </a:lnTo>
                  <a:lnTo>
                    <a:pt x="96573" y="2167006"/>
                  </a:lnTo>
                  <a:lnTo>
                    <a:pt x="68559" y="2131488"/>
                  </a:lnTo>
                  <a:lnTo>
                    <a:pt x="44834" y="2092758"/>
                  </a:lnTo>
                  <a:lnTo>
                    <a:pt x="25757" y="2051172"/>
                  </a:lnTo>
                  <a:lnTo>
                    <a:pt x="11686" y="2007091"/>
                  </a:lnTo>
                  <a:lnTo>
                    <a:pt x="2981" y="1960872"/>
                  </a:lnTo>
                  <a:lnTo>
                    <a:pt x="0" y="1912874"/>
                  </a:lnTo>
                  <a:lnTo>
                    <a:pt x="0" y="382650"/>
                  </a:lnTo>
                  <a:close/>
                </a:path>
              </a:pathLst>
            </a:custGeom>
            <a:ln w="38100">
              <a:solidFill>
                <a:srgbClr val="00FF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96025" y="1562100"/>
              <a:ext cx="600075" cy="2295525"/>
            </a:xfrm>
            <a:custGeom>
              <a:avLst/>
              <a:gdLst/>
              <a:ahLst/>
              <a:cxnLst/>
              <a:rect l="l" t="t" r="r" b="b"/>
              <a:pathLst>
                <a:path w="600075" h="2295525">
                  <a:moveTo>
                    <a:pt x="499999" y="0"/>
                  </a:moveTo>
                  <a:lnTo>
                    <a:pt x="100075" y="0"/>
                  </a:lnTo>
                  <a:lnTo>
                    <a:pt x="61132" y="7868"/>
                  </a:lnTo>
                  <a:lnTo>
                    <a:pt x="29321" y="29321"/>
                  </a:lnTo>
                  <a:lnTo>
                    <a:pt x="7868" y="61132"/>
                  </a:lnTo>
                  <a:lnTo>
                    <a:pt x="0" y="100075"/>
                  </a:lnTo>
                  <a:lnTo>
                    <a:pt x="0" y="2195449"/>
                  </a:lnTo>
                  <a:lnTo>
                    <a:pt x="7868" y="2234392"/>
                  </a:lnTo>
                  <a:lnTo>
                    <a:pt x="29321" y="2266203"/>
                  </a:lnTo>
                  <a:lnTo>
                    <a:pt x="61132" y="2287656"/>
                  </a:lnTo>
                  <a:lnTo>
                    <a:pt x="100075" y="2295525"/>
                  </a:lnTo>
                  <a:lnTo>
                    <a:pt x="499999" y="2295525"/>
                  </a:lnTo>
                  <a:lnTo>
                    <a:pt x="538942" y="2287656"/>
                  </a:lnTo>
                  <a:lnTo>
                    <a:pt x="570753" y="2266203"/>
                  </a:lnTo>
                  <a:lnTo>
                    <a:pt x="592206" y="2234392"/>
                  </a:lnTo>
                  <a:lnTo>
                    <a:pt x="600075" y="2195449"/>
                  </a:lnTo>
                  <a:lnTo>
                    <a:pt x="600075" y="100075"/>
                  </a:lnTo>
                  <a:lnTo>
                    <a:pt x="592206" y="61132"/>
                  </a:lnTo>
                  <a:lnTo>
                    <a:pt x="570753" y="29321"/>
                  </a:lnTo>
                  <a:lnTo>
                    <a:pt x="538942" y="7868"/>
                  </a:lnTo>
                  <a:lnTo>
                    <a:pt x="499999" y="0"/>
                  </a:lnTo>
                  <a:close/>
                </a:path>
              </a:pathLst>
            </a:custGeom>
            <a:solidFill>
              <a:srgbClr val="00FF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056119" y="1606867"/>
            <a:ext cx="2908300" cy="1457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b="1" spc="-10" dirty="0">
                <a:solidFill>
                  <a:srgbClr val="00FF87"/>
                </a:solidFill>
                <a:latin typeface="Trebuchet MS"/>
                <a:cs typeface="Trebuchet MS"/>
              </a:rPr>
              <a:t>Backend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Node.js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solidFill>
                  <a:srgbClr val="BABABA"/>
                </a:solidFill>
                <a:latin typeface="Trebuchet MS"/>
                <a:cs typeface="Trebuchet MS"/>
              </a:rPr>
              <a:t>REST</a:t>
            </a:r>
            <a:r>
              <a:rPr sz="1700" spc="-195" dirty="0">
                <a:solidFill>
                  <a:srgbClr val="BABABA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BABABA"/>
                </a:solidFill>
                <a:latin typeface="Trebuchet MS"/>
                <a:cs typeface="Trebuchet MS"/>
              </a:rPr>
              <a:t>APIs</a:t>
            </a:r>
            <a:r>
              <a:rPr sz="1700" spc="295" dirty="0">
                <a:solidFill>
                  <a:srgbClr val="BABABA"/>
                </a:solidFill>
                <a:latin typeface="Trebuchet MS"/>
                <a:cs typeface="Trebuchet MS"/>
              </a:rPr>
              <a:t> </a:t>
            </a:r>
            <a:r>
              <a:rPr sz="1700" spc="-430" dirty="0">
                <a:solidFill>
                  <a:srgbClr val="BABABA"/>
                </a:solidFill>
                <a:latin typeface="Trebuchet MS"/>
                <a:cs typeface="Trebuchet MS"/>
              </a:rPr>
              <a:t>|</a:t>
            </a:r>
            <a:r>
              <a:rPr sz="1700" spc="204" dirty="0">
                <a:solidFill>
                  <a:srgbClr val="BABABA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BABABA"/>
                </a:solidFill>
                <a:latin typeface="Trebuchet MS"/>
                <a:cs typeface="Trebuchet MS"/>
              </a:rPr>
              <a:t>Real-</a:t>
            </a:r>
            <a:r>
              <a:rPr sz="1700" spc="-60" dirty="0">
                <a:solidFill>
                  <a:srgbClr val="BABABA"/>
                </a:solidFill>
                <a:latin typeface="Trebuchet MS"/>
                <a:cs typeface="Trebuchet MS"/>
              </a:rPr>
              <a:t>time</a:t>
            </a:r>
            <a:r>
              <a:rPr sz="1700" spc="-110" dirty="0">
                <a:solidFill>
                  <a:srgbClr val="BABABA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BABABA"/>
                </a:solidFill>
                <a:latin typeface="Trebuchet MS"/>
                <a:cs typeface="Trebuchet MS"/>
              </a:rPr>
              <a:t>updates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550" spc="-30" dirty="0">
                <a:solidFill>
                  <a:srgbClr val="AAAAAA"/>
                </a:solidFill>
                <a:latin typeface="Trebuchet MS"/>
                <a:cs typeface="Trebuchet MS"/>
              </a:rPr>
              <a:t>Server-</a:t>
            </a:r>
            <a:r>
              <a:rPr sz="1550" dirty="0">
                <a:solidFill>
                  <a:srgbClr val="AAAAAA"/>
                </a:solidFill>
                <a:latin typeface="Trebuchet MS"/>
                <a:cs typeface="Trebuchet MS"/>
              </a:rPr>
              <a:t>side</a:t>
            </a:r>
            <a:r>
              <a:rPr sz="1550" spc="-85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sz="1550" spc="-20" dirty="0">
                <a:solidFill>
                  <a:srgbClr val="AAAAAA"/>
                </a:solidFill>
                <a:latin typeface="Trebuchet MS"/>
                <a:cs typeface="Trebuchet MS"/>
              </a:rPr>
              <a:t>runtime</a:t>
            </a:r>
            <a:r>
              <a:rPr sz="1550" spc="15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AAAAAA"/>
                </a:solidFill>
                <a:latin typeface="Trebuchet MS"/>
                <a:cs typeface="Trebuchet MS"/>
              </a:rPr>
              <a:t>environment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3400" y="4076700"/>
            <a:ext cx="5438775" cy="2343150"/>
            <a:chOff x="533400" y="4076700"/>
            <a:chExt cx="5438775" cy="2343150"/>
          </a:xfrm>
        </p:grpSpPr>
        <p:sp>
          <p:nvSpPr>
            <p:cNvPr id="16" name="object 16"/>
            <p:cNvSpPr/>
            <p:nvPr/>
          </p:nvSpPr>
          <p:spPr>
            <a:xfrm>
              <a:off x="552450" y="4095750"/>
              <a:ext cx="5400675" cy="2305050"/>
            </a:xfrm>
            <a:custGeom>
              <a:avLst/>
              <a:gdLst/>
              <a:ahLst/>
              <a:cxnLst/>
              <a:rect l="l" t="t" r="r" b="b"/>
              <a:pathLst>
                <a:path w="5400675" h="2305050">
                  <a:moveTo>
                    <a:pt x="5016500" y="0"/>
                  </a:moveTo>
                  <a:lnTo>
                    <a:pt x="384187" y="0"/>
                  </a:lnTo>
                  <a:lnTo>
                    <a:pt x="335996" y="2992"/>
                  </a:lnTo>
                  <a:lnTo>
                    <a:pt x="289591" y="11730"/>
                  </a:lnTo>
                  <a:lnTo>
                    <a:pt x="245332" y="25854"/>
                  </a:lnTo>
                  <a:lnTo>
                    <a:pt x="203580" y="45003"/>
                  </a:lnTo>
                  <a:lnTo>
                    <a:pt x="164693" y="68819"/>
                  </a:lnTo>
                  <a:lnTo>
                    <a:pt x="129034" y="96942"/>
                  </a:lnTo>
                  <a:lnTo>
                    <a:pt x="96960" y="129011"/>
                  </a:lnTo>
                  <a:lnTo>
                    <a:pt x="68834" y="164668"/>
                  </a:lnTo>
                  <a:lnTo>
                    <a:pt x="45014" y="203553"/>
                  </a:lnTo>
                  <a:lnTo>
                    <a:pt x="25860" y="245305"/>
                  </a:lnTo>
                  <a:lnTo>
                    <a:pt x="11733" y="289566"/>
                  </a:lnTo>
                  <a:lnTo>
                    <a:pt x="2993" y="335976"/>
                  </a:lnTo>
                  <a:lnTo>
                    <a:pt x="0" y="384175"/>
                  </a:lnTo>
                  <a:lnTo>
                    <a:pt x="0" y="1920862"/>
                  </a:lnTo>
                  <a:lnTo>
                    <a:pt x="2993" y="1969053"/>
                  </a:lnTo>
                  <a:lnTo>
                    <a:pt x="11733" y="2015458"/>
                  </a:lnTo>
                  <a:lnTo>
                    <a:pt x="25860" y="2059717"/>
                  </a:lnTo>
                  <a:lnTo>
                    <a:pt x="45014" y="2101469"/>
                  </a:lnTo>
                  <a:lnTo>
                    <a:pt x="68834" y="2140356"/>
                  </a:lnTo>
                  <a:lnTo>
                    <a:pt x="96960" y="2176015"/>
                  </a:lnTo>
                  <a:lnTo>
                    <a:pt x="129034" y="2208089"/>
                  </a:lnTo>
                  <a:lnTo>
                    <a:pt x="164693" y="2236215"/>
                  </a:lnTo>
                  <a:lnTo>
                    <a:pt x="203580" y="2260035"/>
                  </a:lnTo>
                  <a:lnTo>
                    <a:pt x="245332" y="2279189"/>
                  </a:lnTo>
                  <a:lnTo>
                    <a:pt x="289591" y="2293316"/>
                  </a:lnTo>
                  <a:lnTo>
                    <a:pt x="335996" y="2302056"/>
                  </a:lnTo>
                  <a:lnTo>
                    <a:pt x="384187" y="2305050"/>
                  </a:lnTo>
                  <a:lnTo>
                    <a:pt x="5016500" y="2305050"/>
                  </a:lnTo>
                  <a:lnTo>
                    <a:pt x="5064698" y="2302056"/>
                  </a:lnTo>
                  <a:lnTo>
                    <a:pt x="5111108" y="2293316"/>
                  </a:lnTo>
                  <a:lnTo>
                    <a:pt x="5155369" y="2279189"/>
                  </a:lnTo>
                  <a:lnTo>
                    <a:pt x="5197121" y="2260035"/>
                  </a:lnTo>
                  <a:lnTo>
                    <a:pt x="5236006" y="2236215"/>
                  </a:lnTo>
                  <a:lnTo>
                    <a:pt x="5271663" y="2208089"/>
                  </a:lnTo>
                  <a:lnTo>
                    <a:pt x="5303732" y="2176015"/>
                  </a:lnTo>
                  <a:lnTo>
                    <a:pt x="5331855" y="2140356"/>
                  </a:lnTo>
                  <a:lnTo>
                    <a:pt x="5355671" y="2101469"/>
                  </a:lnTo>
                  <a:lnTo>
                    <a:pt x="5374820" y="2059717"/>
                  </a:lnTo>
                  <a:lnTo>
                    <a:pt x="5388944" y="2015458"/>
                  </a:lnTo>
                  <a:lnTo>
                    <a:pt x="5397682" y="1969053"/>
                  </a:lnTo>
                  <a:lnTo>
                    <a:pt x="5400675" y="1920862"/>
                  </a:lnTo>
                  <a:lnTo>
                    <a:pt x="5400675" y="384175"/>
                  </a:lnTo>
                  <a:lnTo>
                    <a:pt x="5397682" y="335976"/>
                  </a:lnTo>
                  <a:lnTo>
                    <a:pt x="5388944" y="289566"/>
                  </a:lnTo>
                  <a:lnTo>
                    <a:pt x="5374820" y="245305"/>
                  </a:lnTo>
                  <a:lnTo>
                    <a:pt x="5355671" y="203553"/>
                  </a:lnTo>
                  <a:lnTo>
                    <a:pt x="5331855" y="164668"/>
                  </a:lnTo>
                  <a:lnTo>
                    <a:pt x="5303732" y="129011"/>
                  </a:lnTo>
                  <a:lnTo>
                    <a:pt x="5271663" y="96942"/>
                  </a:lnTo>
                  <a:lnTo>
                    <a:pt x="5236006" y="68819"/>
                  </a:lnTo>
                  <a:lnTo>
                    <a:pt x="5197121" y="45003"/>
                  </a:lnTo>
                  <a:lnTo>
                    <a:pt x="5155369" y="25854"/>
                  </a:lnTo>
                  <a:lnTo>
                    <a:pt x="5111108" y="11730"/>
                  </a:lnTo>
                  <a:lnTo>
                    <a:pt x="5064698" y="2992"/>
                  </a:lnTo>
                  <a:lnTo>
                    <a:pt x="5016500" y="0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2450" y="4095750"/>
              <a:ext cx="5400675" cy="2305050"/>
            </a:xfrm>
            <a:custGeom>
              <a:avLst/>
              <a:gdLst/>
              <a:ahLst/>
              <a:cxnLst/>
              <a:rect l="l" t="t" r="r" b="b"/>
              <a:pathLst>
                <a:path w="5400675" h="2305050">
                  <a:moveTo>
                    <a:pt x="0" y="384175"/>
                  </a:moveTo>
                  <a:lnTo>
                    <a:pt x="2993" y="335976"/>
                  </a:lnTo>
                  <a:lnTo>
                    <a:pt x="11733" y="289566"/>
                  </a:lnTo>
                  <a:lnTo>
                    <a:pt x="25860" y="245305"/>
                  </a:lnTo>
                  <a:lnTo>
                    <a:pt x="45014" y="203553"/>
                  </a:lnTo>
                  <a:lnTo>
                    <a:pt x="68834" y="164668"/>
                  </a:lnTo>
                  <a:lnTo>
                    <a:pt x="96960" y="129011"/>
                  </a:lnTo>
                  <a:lnTo>
                    <a:pt x="129034" y="96942"/>
                  </a:lnTo>
                  <a:lnTo>
                    <a:pt x="164693" y="68819"/>
                  </a:lnTo>
                  <a:lnTo>
                    <a:pt x="203580" y="45003"/>
                  </a:lnTo>
                  <a:lnTo>
                    <a:pt x="245332" y="25854"/>
                  </a:lnTo>
                  <a:lnTo>
                    <a:pt x="289591" y="11730"/>
                  </a:lnTo>
                  <a:lnTo>
                    <a:pt x="335996" y="2992"/>
                  </a:lnTo>
                  <a:lnTo>
                    <a:pt x="384187" y="0"/>
                  </a:lnTo>
                  <a:lnTo>
                    <a:pt x="5016500" y="0"/>
                  </a:lnTo>
                  <a:lnTo>
                    <a:pt x="5064698" y="2992"/>
                  </a:lnTo>
                  <a:lnTo>
                    <a:pt x="5111108" y="11730"/>
                  </a:lnTo>
                  <a:lnTo>
                    <a:pt x="5155369" y="25854"/>
                  </a:lnTo>
                  <a:lnTo>
                    <a:pt x="5197121" y="45003"/>
                  </a:lnTo>
                  <a:lnTo>
                    <a:pt x="5236006" y="68819"/>
                  </a:lnTo>
                  <a:lnTo>
                    <a:pt x="5271663" y="96942"/>
                  </a:lnTo>
                  <a:lnTo>
                    <a:pt x="5303732" y="129011"/>
                  </a:lnTo>
                  <a:lnTo>
                    <a:pt x="5331855" y="164668"/>
                  </a:lnTo>
                  <a:lnTo>
                    <a:pt x="5355671" y="203553"/>
                  </a:lnTo>
                  <a:lnTo>
                    <a:pt x="5374820" y="245305"/>
                  </a:lnTo>
                  <a:lnTo>
                    <a:pt x="5388944" y="289566"/>
                  </a:lnTo>
                  <a:lnTo>
                    <a:pt x="5397682" y="335976"/>
                  </a:lnTo>
                  <a:lnTo>
                    <a:pt x="5400675" y="384175"/>
                  </a:lnTo>
                  <a:lnTo>
                    <a:pt x="5400675" y="1920862"/>
                  </a:lnTo>
                  <a:lnTo>
                    <a:pt x="5397682" y="1969053"/>
                  </a:lnTo>
                  <a:lnTo>
                    <a:pt x="5388944" y="2015458"/>
                  </a:lnTo>
                  <a:lnTo>
                    <a:pt x="5374820" y="2059717"/>
                  </a:lnTo>
                  <a:lnTo>
                    <a:pt x="5355671" y="2101469"/>
                  </a:lnTo>
                  <a:lnTo>
                    <a:pt x="5331855" y="2140356"/>
                  </a:lnTo>
                  <a:lnTo>
                    <a:pt x="5303732" y="2176015"/>
                  </a:lnTo>
                  <a:lnTo>
                    <a:pt x="5271663" y="2208089"/>
                  </a:lnTo>
                  <a:lnTo>
                    <a:pt x="5236006" y="2236215"/>
                  </a:lnTo>
                  <a:lnTo>
                    <a:pt x="5197121" y="2260035"/>
                  </a:lnTo>
                  <a:lnTo>
                    <a:pt x="5155369" y="2279189"/>
                  </a:lnTo>
                  <a:lnTo>
                    <a:pt x="5111108" y="2293316"/>
                  </a:lnTo>
                  <a:lnTo>
                    <a:pt x="5064698" y="2302056"/>
                  </a:lnTo>
                  <a:lnTo>
                    <a:pt x="5016500" y="2305050"/>
                  </a:lnTo>
                  <a:lnTo>
                    <a:pt x="384187" y="2305050"/>
                  </a:lnTo>
                  <a:lnTo>
                    <a:pt x="335996" y="2302056"/>
                  </a:lnTo>
                  <a:lnTo>
                    <a:pt x="289591" y="2293316"/>
                  </a:lnTo>
                  <a:lnTo>
                    <a:pt x="245332" y="2279189"/>
                  </a:lnTo>
                  <a:lnTo>
                    <a:pt x="203580" y="2260035"/>
                  </a:lnTo>
                  <a:lnTo>
                    <a:pt x="164693" y="2236215"/>
                  </a:lnTo>
                  <a:lnTo>
                    <a:pt x="129034" y="2208089"/>
                  </a:lnTo>
                  <a:lnTo>
                    <a:pt x="96960" y="2176015"/>
                  </a:lnTo>
                  <a:lnTo>
                    <a:pt x="68834" y="2140356"/>
                  </a:lnTo>
                  <a:lnTo>
                    <a:pt x="45014" y="2101469"/>
                  </a:lnTo>
                  <a:lnTo>
                    <a:pt x="25860" y="2059717"/>
                  </a:lnTo>
                  <a:lnTo>
                    <a:pt x="11733" y="2015458"/>
                  </a:lnTo>
                  <a:lnTo>
                    <a:pt x="2993" y="1969053"/>
                  </a:lnTo>
                  <a:lnTo>
                    <a:pt x="0" y="1920862"/>
                  </a:lnTo>
                  <a:lnTo>
                    <a:pt x="0" y="384175"/>
                  </a:lnTo>
                  <a:close/>
                </a:path>
              </a:pathLst>
            </a:custGeom>
            <a:ln w="38100">
              <a:solidFill>
                <a:srgbClr val="FF6B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2450" y="4095750"/>
              <a:ext cx="600075" cy="2305050"/>
            </a:xfrm>
            <a:custGeom>
              <a:avLst/>
              <a:gdLst/>
              <a:ahLst/>
              <a:cxnLst/>
              <a:rect l="l" t="t" r="r" b="b"/>
              <a:pathLst>
                <a:path w="600075" h="2305050">
                  <a:moveTo>
                    <a:pt x="500062" y="0"/>
                  </a:moveTo>
                  <a:lnTo>
                    <a:pt x="100012" y="0"/>
                  </a:lnTo>
                  <a:lnTo>
                    <a:pt x="61084" y="7868"/>
                  </a:lnTo>
                  <a:lnTo>
                    <a:pt x="29294" y="29321"/>
                  </a:lnTo>
                  <a:lnTo>
                    <a:pt x="7859" y="61132"/>
                  </a:lnTo>
                  <a:lnTo>
                    <a:pt x="0" y="100075"/>
                  </a:lnTo>
                  <a:lnTo>
                    <a:pt x="0" y="2205037"/>
                  </a:lnTo>
                  <a:lnTo>
                    <a:pt x="7859" y="2243965"/>
                  </a:lnTo>
                  <a:lnTo>
                    <a:pt x="29294" y="2275755"/>
                  </a:lnTo>
                  <a:lnTo>
                    <a:pt x="61084" y="2297190"/>
                  </a:lnTo>
                  <a:lnTo>
                    <a:pt x="100012" y="2305050"/>
                  </a:lnTo>
                  <a:lnTo>
                    <a:pt x="500062" y="2305050"/>
                  </a:lnTo>
                  <a:lnTo>
                    <a:pt x="538990" y="2297190"/>
                  </a:lnTo>
                  <a:lnTo>
                    <a:pt x="570780" y="2275755"/>
                  </a:lnTo>
                  <a:lnTo>
                    <a:pt x="592215" y="2243965"/>
                  </a:lnTo>
                  <a:lnTo>
                    <a:pt x="600075" y="2205037"/>
                  </a:lnTo>
                  <a:lnTo>
                    <a:pt x="600075" y="100075"/>
                  </a:lnTo>
                  <a:lnTo>
                    <a:pt x="592215" y="61132"/>
                  </a:lnTo>
                  <a:lnTo>
                    <a:pt x="570780" y="29321"/>
                  </a:lnTo>
                  <a:lnTo>
                    <a:pt x="538990" y="7868"/>
                  </a:lnTo>
                  <a:lnTo>
                    <a:pt x="500062" y="0"/>
                  </a:lnTo>
                  <a:close/>
                </a:path>
              </a:pathLst>
            </a:custGeom>
            <a:solidFill>
              <a:srgbClr val="FF6B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309624" y="4150423"/>
            <a:ext cx="2511425" cy="1457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b="1" dirty="0">
                <a:solidFill>
                  <a:srgbClr val="FF6B6B"/>
                </a:solidFill>
                <a:latin typeface="Trebuchet MS"/>
                <a:cs typeface="Trebuchet MS"/>
              </a:rPr>
              <a:t>UI</a:t>
            </a:r>
            <a:r>
              <a:rPr sz="2600" b="1" spc="-220" dirty="0">
                <a:solidFill>
                  <a:srgbClr val="FF6B6B"/>
                </a:solidFill>
                <a:latin typeface="Trebuchet MS"/>
                <a:cs typeface="Trebuchet MS"/>
              </a:rPr>
              <a:t> </a:t>
            </a:r>
            <a:r>
              <a:rPr sz="2600" b="1" spc="-10" dirty="0">
                <a:solidFill>
                  <a:srgbClr val="FF6B6B"/>
                </a:solidFill>
                <a:latin typeface="Trebuchet MS"/>
                <a:cs typeface="Trebuchet MS"/>
              </a:rPr>
              <a:t>Design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Figma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25" dirty="0">
                <a:solidFill>
                  <a:srgbClr val="BABABA"/>
                </a:solidFill>
                <a:latin typeface="Trebuchet MS"/>
                <a:cs typeface="Trebuchet MS"/>
              </a:rPr>
              <a:t>Wireframing</a:t>
            </a:r>
            <a:r>
              <a:rPr sz="1700" spc="-80" dirty="0">
                <a:solidFill>
                  <a:srgbClr val="BABABA"/>
                </a:solidFill>
                <a:latin typeface="Trebuchet MS"/>
                <a:cs typeface="Trebuchet MS"/>
              </a:rPr>
              <a:t> </a:t>
            </a:r>
            <a:r>
              <a:rPr sz="1700" spc="-430" dirty="0">
                <a:solidFill>
                  <a:srgbClr val="BABABA"/>
                </a:solidFill>
                <a:latin typeface="Trebuchet MS"/>
                <a:cs typeface="Trebuchet MS"/>
              </a:rPr>
              <a:t>|</a:t>
            </a:r>
            <a:r>
              <a:rPr sz="1700" spc="140" dirty="0">
                <a:solidFill>
                  <a:srgbClr val="BABABA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BABABA"/>
                </a:solidFill>
                <a:latin typeface="Trebuchet MS"/>
                <a:cs typeface="Trebuchet MS"/>
              </a:rPr>
              <a:t>Prototyping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550" dirty="0">
                <a:solidFill>
                  <a:srgbClr val="AAAAAA"/>
                </a:solidFill>
                <a:latin typeface="Trebuchet MS"/>
                <a:cs typeface="Trebuchet MS"/>
              </a:rPr>
              <a:t>Responsive</a:t>
            </a:r>
            <a:r>
              <a:rPr sz="1550" spc="10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AAAAAA"/>
                </a:solidFill>
                <a:latin typeface="Trebuchet MS"/>
                <a:cs typeface="Trebuchet MS"/>
              </a:rPr>
              <a:t>design</a:t>
            </a:r>
            <a:r>
              <a:rPr sz="1550" spc="4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sz="1550" spc="35" dirty="0">
                <a:solidFill>
                  <a:srgbClr val="AAAAAA"/>
                </a:solidFill>
                <a:latin typeface="Trebuchet MS"/>
                <a:cs typeface="Trebuchet MS"/>
              </a:rPr>
              <a:t>mockups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76975" y="4076700"/>
            <a:ext cx="5438775" cy="2343150"/>
            <a:chOff x="6276975" y="4076700"/>
            <a:chExt cx="5438775" cy="2343150"/>
          </a:xfrm>
        </p:grpSpPr>
        <p:sp>
          <p:nvSpPr>
            <p:cNvPr id="21" name="object 21"/>
            <p:cNvSpPr/>
            <p:nvPr/>
          </p:nvSpPr>
          <p:spPr>
            <a:xfrm>
              <a:off x="6296025" y="4095750"/>
              <a:ext cx="5400675" cy="2305050"/>
            </a:xfrm>
            <a:custGeom>
              <a:avLst/>
              <a:gdLst/>
              <a:ahLst/>
              <a:cxnLst/>
              <a:rect l="l" t="t" r="r" b="b"/>
              <a:pathLst>
                <a:path w="5400675" h="2305050">
                  <a:moveTo>
                    <a:pt x="5016500" y="0"/>
                  </a:moveTo>
                  <a:lnTo>
                    <a:pt x="384175" y="0"/>
                  </a:lnTo>
                  <a:lnTo>
                    <a:pt x="335976" y="2992"/>
                  </a:lnTo>
                  <a:lnTo>
                    <a:pt x="289566" y="11730"/>
                  </a:lnTo>
                  <a:lnTo>
                    <a:pt x="245305" y="25854"/>
                  </a:lnTo>
                  <a:lnTo>
                    <a:pt x="203553" y="45003"/>
                  </a:lnTo>
                  <a:lnTo>
                    <a:pt x="164668" y="68819"/>
                  </a:lnTo>
                  <a:lnTo>
                    <a:pt x="129011" y="96942"/>
                  </a:lnTo>
                  <a:lnTo>
                    <a:pt x="96942" y="129011"/>
                  </a:lnTo>
                  <a:lnTo>
                    <a:pt x="68819" y="164668"/>
                  </a:lnTo>
                  <a:lnTo>
                    <a:pt x="45003" y="203553"/>
                  </a:lnTo>
                  <a:lnTo>
                    <a:pt x="25854" y="245305"/>
                  </a:lnTo>
                  <a:lnTo>
                    <a:pt x="11730" y="289566"/>
                  </a:lnTo>
                  <a:lnTo>
                    <a:pt x="2992" y="335976"/>
                  </a:lnTo>
                  <a:lnTo>
                    <a:pt x="0" y="384175"/>
                  </a:lnTo>
                  <a:lnTo>
                    <a:pt x="0" y="1920862"/>
                  </a:lnTo>
                  <a:lnTo>
                    <a:pt x="2992" y="1969053"/>
                  </a:lnTo>
                  <a:lnTo>
                    <a:pt x="11730" y="2015458"/>
                  </a:lnTo>
                  <a:lnTo>
                    <a:pt x="25854" y="2059717"/>
                  </a:lnTo>
                  <a:lnTo>
                    <a:pt x="45003" y="2101469"/>
                  </a:lnTo>
                  <a:lnTo>
                    <a:pt x="68819" y="2140356"/>
                  </a:lnTo>
                  <a:lnTo>
                    <a:pt x="96942" y="2176015"/>
                  </a:lnTo>
                  <a:lnTo>
                    <a:pt x="129011" y="2208089"/>
                  </a:lnTo>
                  <a:lnTo>
                    <a:pt x="164668" y="2236215"/>
                  </a:lnTo>
                  <a:lnTo>
                    <a:pt x="203553" y="2260035"/>
                  </a:lnTo>
                  <a:lnTo>
                    <a:pt x="245305" y="2279189"/>
                  </a:lnTo>
                  <a:lnTo>
                    <a:pt x="289566" y="2293316"/>
                  </a:lnTo>
                  <a:lnTo>
                    <a:pt x="335976" y="2302056"/>
                  </a:lnTo>
                  <a:lnTo>
                    <a:pt x="384175" y="2305050"/>
                  </a:lnTo>
                  <a:lnTo>
                    <a:pt x="5016500" y="2305050"/>
                  </a:lnTo>
                  <a:lnTo>
                    <a:pt x="5064698" y="2302056"/>
                  </a:lnTo>
                  <a:lnTo>
                    <a:pt x="5111108" y="2293316"/>
                  </a:lnTo>
                  <a:lnTo>
                    <a:pt x="5155369" y="2279189"/>
                  </a:lnTo>
                  <a:lnTo>
                    <a:pt x="5197121" y="2260035"/>
                  </a:lnTo>
                  <a:lnTo>
                    <a:pt x="5236006" y="2236215"/>
                  </a:lnTo>
                  <a:lnTo>
                    <a:pt x="5271663" y="2208089"/>
                  </a:lnTo>
                  <a:lnTo>
                    <a:pt x="5303732" y="2176015"/>
                  </a:lnTo>
                  <a:lnTo>
                    <a:pt x="5331855" y="2140356"/>
                  </a:lnTo>
                  <a:lnTo>
                    <a:pt x="5355671" y="2101469"/>
                  </a:lnTo>
                  <a:lnTo>
                    <a:pt x="5374820" y="2059717"/>
                  </a:lnTo>
                  <a:lnTo>
                    <a:pt x="5388944" y="2015458"/>
                  </a:lnTo>
                  <a:lnTo>
                    <a:pt x="5397682" y="1969053"/>
                  </a:lnTo>
                  <a:lnTo>
                    <a:pt x="5400675" y="1920862"/>
                  </a:lnTo>
                  <a:lnTo>
                    <a:pt x="5400675" y="384175"/>
                  </a:lnTo>
                  <a:lnTo>
                    <a:pt x="5397682" y="335976"/>
                  </a:lnTo>
                  <a:lnTo>
                    <a:pt x="5388944" y="289566"/>
                  </a:lnTo>
                  <a:lnTo>
                    <a:pt x="5374820" y="245305"/>
                  </a:lnTo>
                  <a:lnTo>
                    <a:pt x="5355671" y="203553"/>
                  </a:lnTo>
                  <a:lnTo>
                    <a:pt x="5331855" y="164668"/>
                  </a:lnTo>
                  <a:lnTo>
                    <a:pt x="5303732" y="129011"/>
                  </a:lnTo>
                  <a:lnTo>
                    <a:pt x="5271663" y="96942"/>
                  </a:lnTo>
                  <a:lnTo>
                    <a:pt x="5236006" y="68819"/>
                  </a:lnTo>
                  <a:lnTo>
                    <a:pt x="5197121" y="45003"/>
                  </a:lnTo>
                  <a:lnTo>
                    <a:pt x="5155369" y="25854"/>
                  </a:lnTo>
                  <a:lnTo>
                    <a:pt x="5111108" y="11730"/>
                  </a:lnTo>
                  <a:lnTo>
                    <a:pt x="5064698" y="2992"/>
                  </a:lnTo>
                  <a:lnTo>
                    <a:pt x="5016500" y="0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96025" y="4095750"/>
              <a:ext cx="5400675" cy="2305050"/>
            </a:xfrm>
            <a:custGeom>
              <a:avLst/>
              <a:gdLst/>
              <a:ahLst/>
              <a:cxnLst/>
              <a:rect l="l" t="t" r="r" b="b"/>
              <a:pathLst>
                <a:path w="5400675" h="2305050">
                  <a:moveTo>
                    <a:pt x="0" y="384175"/>
                  </a:moveTo>
                  <a:lnTo>
                    <a:pt x="2992" y="335976"/>
                  </a:lnTo>
                  <a:lnTo>
                    <a:pt x="11730" y="289566"/>
                  </a:lnTo>
                  <a:lnTo>
                    <a:pt x="25854" y="245305"/>
                  </a:lnTo>
                  <a:lnTo>
                    <a:pt x="45003" y="203553"/>
                  </a:lnTo>
                  <a:lnTo>
                    <a:pt x="68819" y="164668"/>
                  </a:lnTo>
                  <a:lnTo>
                    <a:pt x="96942" y="129011"/>
                  </a:lnTo>
                  <a:lnTo>
                    <a:pt x="129011" y="96942"/>
                  </a:lnTo>
                  <a:lnTo>
                    <a:pt x="164668" y="68819"/>
                  </a:lnTo>
                  <a:lnTo>
                    <a:pt x="203553" y="45003"/>
                  </a:lnTo>
                  <a:lnTo>
                    <a:pt x="245305" y="25854"/>
                  </a:lnTo>
                  <a:lnTo>
                    <a:pt x="289566" y="11730"/>
                  </a:lnTo>
                  <a:lnTo>
                    <a:pt x="335976" y="2992"/>
                  </a:lnTo>
                  <a:lnTo>
                    <a:pt x="384175" y="0"/>
                  </a:lnTo>
                  <a:lnTo>
                    <a:pt x="5016500" y="0"/>
                  </a:lnTo>
                  <a:lnTo>
                    <a:pt x="5064698" y="2992"/>
                  </a:lnTo>
                  <a:lnTo>
                    <a:pt x="5111108" y="11730"/>
                  </a:lnTo>
                  <a:lnTo>
                    <a:pt x="5155369" y="25854"/>
                  </a:lnTo>
                  <a:lnTo>
                    <a:pt x="5197121" y="45003"/>
                  </a:lnTo>
                  <a:lnTo>
                    <a:pt x="5236006" y="68819"/>
                  </a:lnTo>
                  <a:lnTo>
                    <a:pt x="5271663" y="96942"/>
                  </a:lnTo>
                  <a:lnTo>
                    <a:pt x="5303732" y="129011"/>
                  </a:lnTo>
                  <a:lnTo>
                    <a:pt x="5331855" y="164668"/>
                  </a:lnTo>
                  <a:lnTo>
                    <a:pt x="5355671" y="203553"/>
                  </a:lnTo>
                  <a:lnTo>
                    <a:pt x="5374820" y="245305"/>
                  </a:lnTo>
                  <a:lnTo>
                    <a:pt x="5388944" y="289566"/>
                  </a:lnTo>
                  <a:lnTo>
                    <a:pt x="5397682" y="335976"/>
                  </a:lnTo>
                  <a:lnTo>
                    <a:pt x="5400675" y="384175"/>
                  </a:lnTo>
                  <a:lnTo>
                    <a:pt x="5400675" y="1920862"/>
                  </a:lnTo>
                  <a:lnTo>
                    <a:pt x="5397682" y="1969053"/>
                  </a:lnTo>
                  <a:lnTo>
                    <a:pt x="5388944" y="2015458"/>
                  </a:lnTo>
                  <a:lnTo>
                    <a:pt x="5374820" y="2059717"/>
                  </a:lnTo>
                  <a:lnTo>
                    <a:pt x="5355671" y="2101469"/>
                  </a:lnTo>
                  <a:lnTo>
                    <a:pt x="5331855" y="2140356"/>
                  </a:lnTo>
                  <a:lnTo>
                    <a:pt x="5303732" y="2176015"/>
                  </a:lnTo>
                  <a:lnTo>
                    <a:pt x="5271663" y="2208089"/>
                  </a:lnTo>
                  <a:lnTo>
                    <a:pt x="5236006" y="2236215"/>
                  </a:lnTo>
                  <a:lnTo>
                    <a:pt x="5197121" y="2260035"/>
                  </a:lnTo>
                  <a:lnTo>
                    <a:pt x="5155369" y="2279189"/>
                  </a:lnTo>
                  <a:lnTo>
                    <a:pt x="5111108" y="2293316"/>
                  </a:lnTo>
                  <a:lnTo>
                    <a:pt x="5064698" y="2302056"/>
                  </a:lnTo>
                  <a:lnTo>
                    <a:pt x="5016500" y="2305050"/>
                  </a:lnTo>
                  <a:lnTo>
                    <a:pt x="384175" y="2305050"/>
                  </a:lnTo>
                  <a:lnTo>
                    <a:pt x="335976" y="2302056"/>
                  </a:lnTo>
                  <a:lnTo>
                    <a:pt x="289566" y="2293316"/>
                  </a:lnTo>
                  <a:lnTo>
                    <a:pt x="245305" y="2279189"/>
                  </a:lnTo>
                  <a:lnTo>
                    <a:pt x="203553" y="2260035"/>
                  </a:lnTo>
                  <a:lnTo>
                    <a:pt x="164668" y="2236215"/>
                  </a:lnTo>
                  <a:lnTo>
                    <a:pt x="129011" y="2208089"/>
                  </a:lnTo>
                  <a:lnTo>
                    <a:pt x="96942" y="2176015"/>
                  </a:lnTo>
                  <a:lnTo>
                    <a:pt x="68819" y="2140356"/>
                  </a:lnTo>
                  <a:lnTo>
                    <a:pt x="45003" y="2101469"/>
                  </a:lnTo>
                  <a:lnTo>
                    <a:pt x="25854" y="2059717"/>
                  </a:lnTo>
                  <a:lnTo>
                    <a:pt x="11730" y="2015458"/>
                  </a:lnTo>
                  <a:lnTo>
                    <a:pt x="2992" y="1969053"/>
                  </a:lnTo>
                  <a:lnTo>
                    <a:pt x="0" y="1920862"/>
                  </a:lnTo>
                  <a:lnTo>
                    <a:pt x="0" y="384175"/>
                  </a:lnTo>
                  <a:close/>
                </a:path>
              </a:pathLst>
            </a:custGeom>
            <a:ln w="38100">
              <a:solidFill>
                <a:srgbClr val="FFD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96025" y="4095750"/>
              <a:ext cx="600075" cy="2305050"/>
            </a:xfrm>
            <a:custGeom>
              <a:avLst/>
              <a:gdLst/>
              <a:ahLst/>
              <a:cxnLst/>
              <a:rect l="l" t="t" r="r" b="b"/>
              <a:pathLst>
                <a:path w="600075" h="2305050">
                  <a:moveTo>
                    <a:pt x="499999" y="0"/>
                  </a:moveTo>
                  <a:lnTo>
                    <a:pt x="100075" y="0"/>
                  </a:lnTo>
                  <a:lnTo>
                    <a:pt x="61132" y="7868"/>
                  </a:lnTo>
                  <a:lnTo>
                    <a:pt x="29321" y="29321"/>
                  </a:lnTo>
                  <a:lnTo>
                    <a:pt x="7868" y="61132"/>
                  </a:lnTo>
                  <a:lnTo>
                    <a:pt x="0" y="100075"/>
                  </a:lnTo>
                  <a:lnTo>
                    <a:pt x="0" y="2205037"/>
                  </a:lnTo>
                  <a:lnTo>
                    <a:pt x="7868" y="2243965"/>
                  </a:lnTo>
                  <a:lnTo>
                    <a:pt x="29321" y="2275755"/>
                  </a:lnTo>
                  <a:lnTo>
                    <a:pt x="61132" y="2297190"/>
                  </a:lnTo>
                  <a:lnTo>
                    <a:pt x="100075" y="2305050"/>
                  </a:lnTo>
                  <a:lnTo>
                    <a:pt x="499999" y="2305050"/>
                  </a:lnTo>
                  <a:lnTo>
                    <a:pt x="538942" y="2297190"/>
                  </a:lnTo>
                  <a:lnTo>
                    <a:pt x="570753" y="2275755"/>
                  </a:lnTo>
                  <a:lnTo>
                    <a:pt x="592206" y="2243965"/>
                  </a:lnTo>
                  <a:lnTo>
                    <a:pt x="600075" y="2205037"/>
                  </a:lnTo>
                  <a:lnTo>
                    <a:pt x="600075" y="100075"/>
                  </a:lnTo>
                  <a:lnTo>
                    <a:pt x="592206" y="61132"/>
                  </a:lnTo>
                  <a:lnTo>
                    <a:pt x="570753" y="29321"/>
                  </a:lnTo>
                  <a:lnTo>
                    <a:pt x="538942" y="7868"/>
                  </a:lnTo>
                  <a:lnTo>
                    <a:pt x="499999" y="0"/>
                  </a:lnTo>
                  <a:close/>
                </a:path>
              </a:pathLst>
            </a:custGeom>
            <a:solidFill>
              <a:srgbClr val="FFD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056119" y="4150423"/>
            <a:ext cx="3020695" cy="1457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b="1" spc="-45" dirty="0">
                <a:solidFill>
                  <a:srgbClr val="FFD600"/>
                </a:solidFill>
                <a:latin typeface="Trebuchet MS"/>
                <a:cs typeface="Trebuchet MS"/>
              </a:rPr>
              <a:t>Version</a:t>
            </a:r>
            <a:r>
              <a:rPr sz="2600" b="1" spc="-220" dirty="0">
                <a:solidFill>
                  <a:srgbClr val="FFD600"/>
                </a:solidFill>
                <a:latin typeface="Trebuchet MS"/>
                <a:cs typeface="Trebuchet MS"/>
              </a:rPr>
              <a:t> </a:t>
            </a:r>
            <a:r>
              <a:rPr sz="2600" b="1" spc="-10" dirty="0">
                <a:solidFill>
                  <a:srgbClr val="FFD600"/>
                </a:solidFill>
                <a:latin typeface="Trebuchet MS"/>
                <a:cs typeface="Trebuchet MS"/>
              </a:rPr>
              <a:t>Control</a:t>
            </a:r>
            <a:endParaRPr sz="2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sz="2000" b="1" dirty="0">
                <a:solidFill>
                  <a:srgbClr val="FFFFFF"/>
                </a:solidFill>
                <a:latin typeface="Trebuchet MS"/>
                <a:cs typeface="Trebuchet MS"/>
              </a:rPr>
              <a:t>Git</a:t>
            </a:r>
            <a:r>
              <a:rPr sz="2000" b="1" spc="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50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2000" b="1" spc="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rebuchet MS"/>
                <a:cs typeface="Trebuchet MS"/>
              </a:rPr>
              <a:t>GitHub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solidFill>
                  <a:srgbClr val="BABABA"/>
                </a:solidFill>
                <a:latin typeface="Trebuchet MS"/>
                <a:cs typeface="Trebuchet MS"/>
              </a:rPr>
              <a:t>Code</a:t>
            </a:r>
            <a:r>
              <a:rPr sz="1700" spc="-150" dirty="0">
                <a:solidFill>
                  <a:srgbClr val="BABABA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BABABA"/>
                </a:solidFill>
                <a:latin typeface="Trebuchet MS"/>
                <a:cs typeface="Trebuchet MS"/>
              </a:rPr>
              <a:t>repository</a:t>
            </a:r>
            <a:r>
              <a:rPr sz="1700" spc="140" dirty="0">
                <a:solidFill>
                  <a:srgbClr val="BABABA"/>
                </a:solidFill>
                <a:latin typeface="Trebuchet MS"/>
                <a:cs typeface="Trebuchet MS"/>
              </a:rPr>
              <a:t> </a:t>
            </a:r>
            <a:r>
              <a:rPr sz="1700" spc="-430" dirty="0">
                <a:solidFill>
                  <a:srgbClr val="BABABA"/>
                </a:solidFill>
                <a:latin typeface="Trebuchet MS"/>
                <a:cs typeface="Trebuchet MS"/>
              </a:rPr>
              <a:t>|</a:t>
            </a:r>
            <a:r>
              <a:rPr sz="1700" spc="220" dirty="0">
                <a:solidFill>
                  <a:srgbClr val="BABABA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BABABA"/>
                </a:solidFill>
                <a:latin typeface="Trebuchet MS"/>
                <a:cs typeface="Trebuchet MS"/>
              </a:rPr>
              <a:t>Collaboration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550" dirty="0">
                <a:solidFill>
                  <a:srgbClr val="AAAAAA"/>
                </a:solidFill>
                <a:latin typeface="Trebuchet MS"/>
                <a:cs typeface="Trebuchet MS"/>
              </a:rPr>
              <a:t>Branching</a:t>
            </a:r>
            <a:r>
              <a:rPr sz="1550" spc="26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sz="1550" spc="-390" dirty="0">
                <a:solidFill>
                  <a:srgbClr val="AAAAAA"/>
                </a:solidFill>
                <a:latin typeface="Trebuchet MS"/>
                <a:cs typeface="Trebuchet MS"/>
              </a:rPr>
              <a:t>|</a:t>
            </a:r>
            <a:r>
              <a:rPr sz="1550" spc="22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AAAAAA"/>
                </a:solidFill>
                <a:latin typeface="Trebuchet MS"/>
                <a:cs typeface="Trebuchet MS"/>
              </a:rPr>
              <a:t>Version</a:t>
            </a:r>
            <a:r>
              <a:rPr sz="1550" spc="-105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AAAAAA"/>
                </a:solidFill>
                <a:latin typeface="Trebuchet MS"/>
                <a:cs typeface="Trebuchet MS"/>
              </a:rPr>
              <a:t>tracking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6638925"/>
            <a:ext cx="12192000" cy="219075"/>
          </a:xfrm>
          <a:custGeom>
            <a:avLst/>
            <a:gdLst/>
            <a:ahLst/>
            <a:cxnLst/>
            <a:rect l="l" t="t" r="r" b="b"/>
            <a:pathLst>
              <a:path w="12192000" h="219075">
                <a:moveTo>
                  <a:pt x="12192000" y="0"/>
                </a:moveTo>
                <a:lnTo>
                  <a:pt x="0" y="0"/>
                </a:lnTo>
                <a:lnTo>
                  <a:pt x="0" y="219075"/>
                </a:lnTo>
                <a:lnTo>
                  <a:pt x="12192000" y="21907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D6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314450"/>
            <a:ext cx="2695575" cy="32575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10100" y="1314450"/>
            <a:ext cx="2762250" cy="32575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29625" y="1314450"/>
            <a:ext cx="2943225" cy="325755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419475" y="2762186"/>
            <a:ext cx="1148080" cy="767080"/>
            <a:chOff x="3419475" y="2762186"/>
            <a:chExt cx="1148080" cy="76708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19475" y="2762186"/>
              <a:ext cx="1147762" cy="76676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490976" y="2824225"/>
              <a:ext cx="1009650" cy="609600"/>
            </a:xfrm>
            <a:custGeom>
              <a:avLst/>
              <a:gdLst/>
              <a:ahLst/>
              <a:cxnLst/>
              <a:rect l="l" t="t" r="r" b="b"/>
              <a:pathLst>
                <a:path w="1009650" h="609600">
                  <a:moveTo>
                    <a:pt x="704850" y="0"/>
                  </a:moveTo>
                  <a:lnTo>
                    <a:pt x="704850" y="152400"/>
                  </a:lnTo>
                  <a:lnTo>
                    <a:pt x="0" y="152400"/>
                  </a:lnTo>
                  <a:lnTo>
                    <a:pt x="0" y="457200"/>
                  </a:lnTo>
                  <a:lnTo>
                    <a:pt x="704850" y="457200"/>
                  </a:lnTo>
                  <a:lnTo>
                    <a:pt x="704850" y="609600"/>
                  </a:lnTo>
                  <a:lnTo>
                    <a:pt x="1009650" y="304800"/>
                  </a:lnTo>
                  <a:lnTo>
                    <a:pt x="704850" y="0"/>
                  </a:lnTo>
                  <a:close/>
                </a:path>
              </a:pathLst>
            </a:custGeom>
            <a:solidFill>
              <a:srgbClr val="60CA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90976" y="2824225"/>
              <a:ext cx="1009650" cy="609600"/>
            </a:xfrm>
            <a:custGeom>
              <a:avLst/>
              <a:gdLst/>
              <a:ahLst/>
              <a:cxnLst/>
              <a:rect l="l" t="t" r="r" b="b"/>
              <a:pathLst>
                <a:path w="1009650" h="609600">
                  <a:moveTo>
                    <a:pt x="0" y="152400"/>
                  </a:moveTo>
                  <a:lnTo>
                    <a:pt x="704850" y="152400"/>
                  </a:lnTo>
                  <a:lnTo>
                    <a:pt x="704850" y="0"/>
                  </a:lnTo>
                  <a:lnTo>
                    <a:pt x="1009650" y="304800"/>
                  </a:lnTo>
                  <a:lnTo>
                    <a:pt x="704850" y="609600"/>
                  </a:lnTo>
                  <a:lnTo>
                    <a:pt x="704850" y="457200"/>
                  </a:lnTo>
                  <a:lnTo>
                    <a:pt x="0" y="45720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C04F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429500" y="2809875"/>
            <a:ext cx="1019175" cy="628650"/>
            <a:chOff x="7429500" y="2809875"/>
            <a:chExt cx="1019175" cy="628650"/>
          </a:xfrm>
        </p:grpSpPr>
        <p:sp>
          <p:nvSpPr>
            <p:cNvPr id="10" name="object 10"/>
            <p:cNvSpPr/>
            <p:nvPr/>
          </p:nvSpPr>
          <p:spPr>
            <a:xfrm>
              <a:off x="7439025" y="2819400"/>
              <a:ext cx="1000125" cy="609600"/>
            </a:xfrm>
            <a:custGeom>
              <a:avLst/>
              <a:gdLst/>
              <a:ahLst/>
              <a:cxnLst/>
              <a:rect l="l" t="t" r="r" b="b"/>
              <a:pathLst>
                <a:path w="1000125" h="609600">
                  <a:moveTo>
                    <a:pt x="695325" y="0"/>
                  </a:moveTo>
                  <a:lnTo>
                    <a:pt x="695325" y="152400"/>
                  </a:lnTo>
                  <a:lnTo>
                    <a:pt x="0" y="152400"/>
                  </a:lnTo>
                  <a:lnTo>
                    <a:pt x="0" y="457200"/>
                  </a:lnTo>
                  <a:lnTo>
                    <a:pt x="695325" y="457200"/>
                  </a:lnTo>
                  <a:lnTo>
                    <a:pt x="695325" y="609600"/>
                  </a:lnTo>
                  <a:lnTo>
                    <a:pt x="1000125" y="304800"/>
                  </a:lnTo>
                  <a:lnTo>
                    <a:pt x="695325" y="0"/>
                  </a:lnTo>
                  <a:close/>
                </a:path>
              </a:pathLst>
            </a:custGeom>
            <a:solidFill>
              <a:srgbClr val="60CA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39025" y="2819400"/>
              <a:ext cx="1000125" cy="609600"/>
            </a:xfrm>
            <a:custGeom>
              <a:avLst/>
              <a:gdLst/>
              <a:ahLst/>
              <a:cxnLst/>
              <a:rect l="l" t="t" r="r" b="b"/>
              <a:pathLst>
                <a:path w="1000125" h="609600">
                  <a:moveTo>
                    <a:pt x="0" y="152400"/>
                  </a:moveTo>
                  <a:lnTo>
                    <a:pt x="695325" y="152400"/>
                  </a:lnTo>
                  <a:lnTo>
                    <a:pt x="695325" y="0"/>
                  </a:lnTo>
                  <a:lnTo>
                    <a:pt x="1000125" y="304800"/>
                  </a:lnTo>
                  <a:lnTo>
                    <a:pt x="695325" y="609600"/>
                  </a:lnTo>
                  <a:lnTo>
                    <a:pt x="695325" y="457200"/>
                  </a:lnTo>
                  <a:lnTo>
                    <a:pt x="0" y="457200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C04F1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38150" y="5019675"/>
            <a:ext cx="4981575" cy="333375"/>
            <a:chOff x="438150" y="5019675"/>
            <a:chExt cx="4981575" cy="333375"/>
          </a:xfrm>
        </p:grpSpPr>
        <p:sp>
          <p:nvSpPr>
            <p:cNvPr id="13" name="object 13"/>
            <p:cNvSpPr/>
            <p:nvPr/>
          </p:nvSpPr>
          <p:spPr>
            <a:xfrm>
              <a:off x="447675" y="5029200"/>
              <a:ext cx="4962525" cy="314325"/>
            </a:xfrm>
            <a:custGeom>
              <a:avLst/>
              <a:gdLst/>
              <a:ahLst/>
              <a:cxnLst/>
              <a:rect l="l" t="t" r="r" b="b"/>
              <a:pathLst>
                <a:path w="4962525" h="314325">
                  <a:moveTo>
                    <a:pt x="4805426" y="0"/>
                  </a:moveTo>
                  <a:lnTo>
                    <a:pt x="0" y="0"/>
                  </a:lnTo>
                  <a:lnTo>
                    <a:pt x="157162" y="157225"/>
                  </a:lnTo>
                  <a:lnTo>
                    <a:pt x="0" y="314325"/>
                  </a:lnTo>
                  <a:lnTo>
                    <a:pt x="4805426" y="314325"/>
                  </a:lnTo>
                  <a:lnTo>
                    <a:pt x="4962525" y="157225"/>
                  </a:lnTo>
                  <a:lnTo>
                    <a:pt x="4805426" y="0"/>
                  </a:lnTo>
                  <a:close/>
                </a:path>
              </a:pathLst>
            </a:custGeom>
            <a:solidFill>
              <a:srgbClr val="9F2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7675" y="5029200"/>
              <a:ext cx="4962525" cy="314325"/>
            </a:xfrm>
            <a:custGeom>
              <a:avLst/>
              <a:gdLst/>
              <a:ahLst/>
              <a:cxnLst/>
              <a:rect l="l" t="t" r="r" b="b"/>
              <a:pathLst>
                <a:path w="4962525" h="314325">
                  <a:moveTo>
                    <a:pt x="0" y="0"/>
                  </a:moveTo>
                  <a:lnTo>
                    <a:pt x="4805426" y="0"/>
                  </a:lnTo>
                  <a:lnTo>
                    <a:pt x="4962525" y="157225"/>
                  </a:lnTo>
                  <a:lnTo>
                    <a:pt x="4805426" y="314325"/>
                  </a:lnTo>
                  <a:lnTo>
                    <a:pt x="0" y="314325"/>
                  </a:lnTo>
                  <a:lnTo>
                    <a:pt x="157162" y="157225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38150" y="5438775"/>
            <a:ext cx="4981575" cy="333375"/>
            <a:chOff x="438150" y="5438775"/>
            <a:chExt cx="4981575" cy="333375"/>
          </a:xfrm>
        </p:grpSpPr>
        <p:sp>
          <p:nvSpPr>
            <p:cNvPr id="16" name="object 16"/>
            <p:cNvSpPr/>
            <p:nvPr/>
          </p:nvSpPr>
          <p:spPr>
            <a:xfrm>
              <a:off x="447675" y="5448300"/>
              <a:ext cx="4962525" cy="314325"/>
            </a:xfrm>
            <a:custGeom>
              <a:avLst/>
              <a:gdLst/>
              <a:ahLst/>
              <a:cxnLst/>
              <a:rect l="l" t="t" r="r" b="b"/>
              <a:pathLst>
                <a:path w="4962525" h="314325">
                  <a:moveTo>
                    <a:pt x="4805426" y="0"/>
                  </a:moveTo>
                  <a:lnTo>
                    <a:pt x="0" y="0"/>
                  </a:lnTo>
                  <a:lnTo>
                    <a:pt x="157162" y="157162"/>
                  </a:lnTo>
                  <a:lnTo>
                    <a:pt x="0" y="314325"/>
                  </a:lnTo>
                  <a:lnTo>
                    <a:pt x="4805426" y="314325"/>
                  </a:lnTo>
                  <a:lnTo>
                    <a:pt x="4962525" y="157162"/>
                  </a:lnTo>
                  <a:lnTo>
                    <a:pt x="4805426" y="0"/>
                  </a:lnTo>
                  <a:close/>
                </a:path>
              </a:pathLst>
            </a:custGeom>
            <a:solidFill>
              <a:srgbClr val="9F2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7675" y="5448300"/>
              <a:ext cx="4962525" cy="314325"/>
            </a:xfrm>
            <a:custGeom>
              <a:avLst/>
              <a:gdLst/>
              <a:ahLst/>
              <a:cxnLst/>
              <a:rect l="l" t="t" r="r" b="b"/>
              <a:pathLst>
                <a:path w="4962525" h="314325">
                  <a:moveTo>
                    <a:pt x="0" y="0"/>
                  </a:moveTo>
                  <a:lnTo>
                    <a:pt x="4805426" y="0"/>
                  </a:lnTo>
                  <a:lnTo>
                    <a:pt x="4962525" y="157162"/>
                  </a:lnTo>
                  <a:lnTo>
                    <a:pt x="4805426" y="314325"/>
                  </a:lnTo>
                  <a:lnTo>
                    <a:pt x="0" y="314325"/>
                  </a:lnTo>
                  <a:lnTo>
                    <a:pt x="157162" y="157162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38150" y="5895975"/>
            <a:ext cx="5210175" cy="333375"/>
            <a:chOff x="438150" y="5895975"/>
            <a:chExt cx="5210175" cy="333375"/>
          </a:xfrm>
        </p:grpSpPr>
        <p:sp>
          <p:nvSpPr>
            <p:cNvPr id="19" name="object 19"/>
            <p:cNvSpPr/>
            <p:nvPr/>
          </p:nvSpPr>
          <p:spPr>
            <a:xfrm>
              <a:off x="447675" y="5905500"/>
              <a:ext cx="5191125" cy="314325"/>
            </a:xfrm>
            <a:custGeom>
              <a:avLst/>
              <a:gdLst/>
              <a:ahLst/>
              <a:cxnLst/>
              <a:rect l="l" t="t" r="r" b="b"/>
              <a:pathLst>
                <a:path w="5191125" h="314325">
                  <a:moveTo>
                    <a:pt x="5034026" y="0"/>
                  </a:moveTo>
                  <a:lnTo>
                    <a:pt x="0" y="0"/>
                  </a:lnTo>
                  <a:lnTo>
                    <a:pt x="157162" y="157162"/>
                  </a:lnTo>
                  <a:lnTo>
                    <a:pt x="0" y="314325"/>
                  </a:lnTo>
                  <a:lnTo>
                    <a:pt x="5034026" y="314325"/>
                  </a:lnTo>
                  <a:lnTo>
                    <a:pt x="5191125" y="157162"/>
                  </a:lnTo>
                  <a:lnTo>
                    <a:pt x="5034026" y="0"/>
                  </a:lnTo>
                  <a:close/>
                </a:path>
              </a:pathLst>
            </a:custGeom>
            <a:solidFill>
              <a:srgbClr val="9F2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7675" y="5905500"/>
              <a:ext cx="5191125" cy="314325"/>
            </a:xfrm>
            <a:custGeom>
              <a:avLst/>
              <a:gdLst/>
              <a:ahLst/>
              <a:cxnLst/>
              <a:rect l="l" t="t" r="r" b="b"/>
              <a:pathLst>
                <a:path w="5191125" h="314325">
                  <a:moveTo>
                    <a:pt x="0" y="0"/>
                  </a:moveTo>
                  <a:lnTo>
                    <a:pt x="5034026" y="0"/>
                  </a:lnTo>
                  <a:lnTo>
                    <a:pt x="5191125" y="157162"/>
                  </a:lnTo>
                  <a:lnTo>
                    <a:pt x="5034026" y="314325"/>
                  </a:lnTo>
                  <a:lnTo>
                    <a:pt x="0" y="314325"/>
                  </a:lnTo>
                  <a:lnTo>
                    <a:pt x="157162" y="157162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22300" y="4868481"/>
            <a:ext cx="4851400" cy="135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536575" indent="-25400">
              <a:lnSpc>
                <a:spcPct val="1559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1.Secure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user</a:t>
            </a:r>
            <a:r>
              <a:rPr sz="1800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registration</a:t>
            </a:r>
            <a:r>
              <a:rPr sz="18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8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login</a:t>
            </a:r>
            <a:r>
              <a:rPr sz="18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system. </a:t>
            </a: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2.OTP-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authentication</a:t>
            </a: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 for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verification.</a:t>
            </a:r>
            <a:endParaRPr sz="1800">
              <a:latin typeface="Trebuchet MS"/>
              <a:cs typeface="Trebuchet MS"/>
            </a:endParaRPr>
          </a:p>
          <a:p>
            <a:pPr marL="69850">
              <a:lnSpc>
                <a:spcPct val="100000"/>
              </a:lnSpc>
              <a:spcBef>
                <a:spcPts val="1585"/>
              </a:spcBef>
            </a:pPr>
            <a:r>
              <a:rPr sz="1800" spc="-75" dirty="0">
                <a:solidFill>
                  <a:srgbClr val="FFFFFF"/>
                </a:solidFill>
                <a:latin typeface="Trebuchet MS"/>
                <a:cs typeface="Trebuchet MS"/>
              </a:rPr>
              <a:t>3.</a:t>
            </a:r>
            <a:r>
              <a:rPr sz="18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Interactive</a:t>
            </a:r>
            <a:r>
              <a:rPr sz="18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dashboard</a:t>
            </a:r>
            <a:r>
              <a:rPr sz="18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8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sidebar</a:t>
            </a:r>
            <a:r>
              <a:rPr sz="180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navigation.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305300" y="419100"/>
            <a:ext cx="4429125" cy="523875"/>
            <a:chOff x="4305300" y="419100"/>
            <a:chExt cx="4429125" cy="523875"/>
          </a:xfrm>
        </p:grpSpPr>
        <p:sp>
          <p:nvSpPr>
            <p:cNvPr id="23" name="object 23"/>
            <p:cNvSpPr/>
            <p:nvPr/>
          </p:nvSpPr>
          <p:spPr>
            <a:xfrm>
              <a:off x="4314825" y="428625"/>
              <a:ext cx="4410075" cy="504825"/>
            </a:xfrm>
            <a:custGeom>
              <a:avLst/>
              <a:gdLst/>
              <a:ahLst/>
              <a:cxnLst/>
              <a:rect l="l" t="t" r="r" b="b"/>
              <a:pathLst>
                <a:path w="4410075" h="504825">
                  <a:moveTo>
                    <a:pt x="4410075" y="0"/>
                  </a:moveTo>
                  <a:lnTo>
                    <a:pt x="84200" y="0"/>
                  </a:lnTo>
                  <a:lnTo>
                    <a:pt x="51435" y="6619"/>
                  </a:lnTo>
                  <a:lnTo>
                    <a:pt x="24669" y="24669"/>
                  </a:lnTo>
                  <a:lnTo>
                    <a:pt x="6619" y="51435"/>
                  </a:lnTo>
                  <a:lnTo>
                    <a:pt x="0" y="84200"/>
                  </a:lnTo>
                  <a:lnTo>
                    <a:pt x="0" y="504825"/>
                  </a:lnTo>
                  <a:lnTo>
                    <a:pt x="4325874" y="504825"/>
                  </a:lnTo>
                  <a:lnTo>
                    <a:pt x="4358640" y="498205"/>
                  </a:lnTo>
                  <a:lnTo>
                    <a:pt x="4385405" y="480155"/>
                  </a:lnTo>
                  <a:lnTo>
                    <a:pt x="4403455" y="453389"/>
                  </a:lnTo>
                  <a:lnTo>
                    <a:pt x="4410075" y="420624"/>
                  </a:lnTo>
                  <a:lnTo>
                    <a:pt x="4410075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14825" y="428625"/>
              <a:ext cx="4410075" cy="504825"/>
            </a:xfrm>
            <a:custGeom>
              <a:avLst/>
              <a:gdLst/>
              <a:ahLst/>
              <a:cxnLst/>
              <a:rect l="l" t="t" r="r" b="b"/>
              <a:pathLst>
                <a:path w="4410075" h="504825">
                  <a:moveTo>
                    <a:pt x="84200" y="0"/>
                  </a:moveTo>
                  <a:lnTo>
                    <a:pt x="4410075" y="0"/>
                  </a:lnTo>
                  <a:lnTo>
                    <a:pt x="4410075" y="420624"/>
                  </a:lnTo>
                  <a:lnTo>
                    <a:pt x="4403455" y="453389"/>
                  </a:lnTo>
                  <a:lnTo>
                    <a:pt x="4385405" y="480155"/>
                  </a:lnTo>
                  <a:lnTo>
                    <a:pt x="4358640" y="498205"/>
                  </a:lnTo>
                  <a:lnTo>
                    <a:pt x="4325874" y="504825"/>
                  </a:lnTo>
                  <a:lnTo>
                    <a:pt x="0" y="504825"/>
                  </a:lnTo>
                  <a:lnTo>
                    <a:pt x="0" y="84200"/>
                  </a:lnTo>
                  <a:lnTo>
                    <a:pt x="6619" y="51435"/>
                  </a:lnTo>
                  <a:lnTo>
                    <a:pt x="24669" y="24669"/>
                  </a:lnTo>
                  <a:lnTo>
                    <a:pt x="51435" y="6619"/>
                  </a:lnTo>
                  <a:lnTo>
                    <a:pt x="84200" y="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327659" y="504253"/>
            <a:ext cx="43846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030" indent="-28511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367030" algn="l"/>
              </a:tabLst>
            </a:pPr>
            <a:r>
              <a:rPr sz="1800" b="1" spc="-40" dirty="0">
                <a:solidFill>
                  <a:srgbClr val="6F2F9F"/>
                </a:solidFill>
                <a:latin typeface="Trebuchet MS"/>
                <a:cs typeface="Trebuchet MS"/>
              </a:rPr>
              <a:t>Authentication</a:t>
            </a:r>
            <a:r>
              <a:rPr sz="1800" b="1" spc="-10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6F2F9F"/>
                </a:solidFill>
                <a:latin typeface="Trebuchet MS"/>
                <a:cs typeface="Trebuchet MS"/>
              </a:rPr>
              <a:t>and</a:t>
            </a:r>
            <a:r>
              <a:rPr sz="1800" b="1" spc="-114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6F2F9F"/>
                </a:solidFill>
                <a:latin typeface="Trebuchet MS"/>
                <a:cs typeface="Trebuchet MS"/>
              </a:rPr>
              <a:t>Dashboard</a:t>
            </a:r>
            <a:r>
              <a:rPr sz="1800" b="1" spc="-114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6F2F9F"/>
                </a:solidFill>
                <a:latin typeface="Trebuchet MS"/>
                <a:cs typeface="Trebuchet MS"/>
              </a:rPr>
              <a:t>Setup: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472112" y="2590800"/>
            <a:ext cx="942975" cy="666750"/>
          </a:xfrm>
          <a:custGeom>
            <a:avLst/>
            <a:gdLst/>
            <a:ahLst/>
            <a:cxnLst/>
            <a:rect l="l" t="t" r="r" b="b"/>
            <a:pathLst>
              <a:path w="942975" h="666750">
                <a:moveTo>
                  <a:pt x="609600" y="0"/>
                </a:moveTo>
                <a:lnTo>
                  <a:pt x="609600" y="166624"/>
                </a:lnTo>
                <a:lnTo>
                  <a:pt x="0" y="166624"/>
                </a:lnTo>
                <a:lnTo>
                  <a:pt x="0" y="499999"/>
                </a:lnTo>
                <a:lnTo>
                  <a:pt x="609600" y="499999"/>
                </a:lnTo>
                <a:lnTo>
                  <a:pt x="609600" y="666750"/>
                </a:lnTo>
                <a:lnTo>
                  <a:pt x="942975" y="333375"/>
                </a:lnTo>
                <a:lnTo>
                  <a:pt x="609600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5"/>
          <p:cNvGrpSpPr/>
          <p:nvPr/>
        </p:nvGrpSpPr>
        <p:grpSpPr>
          <a:xfrm>
            <a:off x="514351" y="1161986"/>
            <a:ext cx="4771690" cy="3324225"/>
            <a:chOff x="514350" y="1161986"/>
            <a:chExt cx="5514975" cy="33242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3875" y="1171575"/>
              <a:ext cx="5495925" cy="33051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19112" y="1166749"/>
              <a:ext cx="5505450" cy="3314700"/>
            </a:xfrm>
            <a:custGeom>
              <a:avLst/>
              <a:gdLst/>
              <a:ahLst/>
              <a:cxnLst/>
              <a:rect l="l" t="t" r="r" b="b"/>
              <a:pathLst>
                <a:path w="5505450" h="3314700">
                  <a:moveTo>
                    <a:pt x="0" y="3314700"/>
                  </a:moveTo>
                  <a:lnTo>
                    <a:pt x="5505450" y="3314700"/>
                  </a:lnTo>
                  <a:lnTo>
                    <a:pt x="5505450" y="0"/>
                  </a:lnTo>
                  <a:lnTo>
                    <a:pt x="0" y="0"/>
                  </a:lnTo>
                  <a:lnTo>
                    <a:pt x="0" y="3314700"/>
                  </a:lnTo>
                  <a:close/>
                </a:path>
              </a:pathLst>
            </a:custGeom>
            <a:ln w="9525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38150" y="5019675"/>
            <a:ext cx="5514975" cy="333375"/>
            <a:chOff x="438150" y="5019675"/>
            <a:chExt cx="5514975" cy="333375"/>
          </a:xfrm>
        </p:grpSpPr>
        <p:sp>
          <p:nvSpPr>
            <p:cNvPr id="12" name="object 12"/>
            <p:cNvSpPr/>
            <p:nvPr/>
          </p:nvSpPr>
          <p:spPr>
            <a:xfrm>
              <a:off x="447675" y="5029200"/>
              <a:ext cx="5495925" cy="314325"/>
            </a:xfrm>
            <a:custGeom>
              <a:avLst/>
              <a:gdLst/>
              <a:ahLst/>
              <a:cxnLst/>
              <a:rect l="l" t="t" r="r" b="b"/>
              <a:pathLst>
                <a:path w="5495925" h="314325">
                  <a:moveTo>
                    <a:pt x="5338826" y="0"/>
                  </a:moveTo>
                  <a:lnTo>
                    <a:pt x="0" y="0"/>
                  </a:lnTo>
                  <a:lnTo>
                    <a:pt x="157162" y="157099"/>
                  </a:lnTo>
                  <a:lnTo>
                    <a:pt x="0" y="314325"/>
                  </a:lnTo>
                  <a:lnTo>
                    <a:pt x="5338826" y="314325"/>
                  </a:lnTo>
                  <a:lnTo>
                    <a:pt x="5495925" y="157099"/>
                  </a:lnTo>
                  <a:lnTo>
                    <a:pt x="5338826" y="0"/>
                  </a:lnTo>
                  <a:close/>
                </a:path>
              </a:pathLst>
            </a:custGeom>
            <a:solidFill>
              <a:srgbClr val="9F2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7675" y="5029200"/>
              <a:ext cx="5495925" cy="314325"/>
            </a:xfrm>
            <a:custGeom>
              <a:avLst/>
              <a:gdLst/>
              <a:ahLst/>
              <a:cxnLst/>
              <a:rect l="l" t="t" r="r" b="b"/>
              <a:pathLst>
                <a:path w="5495925" h="314325">
                  <a:moveTo>
                    <a:pt x="0" y="0"/>
                  </a:moveTo>
                  <a:lnTo>
                    <a:pt x="5338826" y="0"/>
                  </a:lnTo>
                  <a:lnTo>
                    <a:pt x="5495925" y="157099"/>
                  </a:lnTo>
                  <a:lnTo>
                    <a:pt x="5338826" y="314325"/>
                  </a:lnTo>
                  <a:lnTo>
                    <a:pt x="0" y="314325"/>
                  </a:lnTo>
                  <a:lnTo>
                    <a:pt x="157162" y="157099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38150" y="5524500"/>
            <a:ext cx="5514975" cy="333375"/>
            <a:chOff x="438150" y="5524500"/>
            <a:chExt cx="5514975" cy="333375"/>
          </a:xfrm>
        </p:grpSpPr>
        <p:sp>
          <p:nvSpPr>
            <p:cNvPr id="15" name="object 15"/>
            <p:cNvSpPr/>
            <p:nvPr/>
          </p:nvSpPr>
          <p:spPr>
            <a:xfrm>
              <a:off x="447675" y="5534025"/>
              <a:ext cx="5495925" cy="314325"/>
            </a:xfrm>
            <a:custGeom>
              <a:avLst/>
              <a:gdLst/>
              <a:ahLst/>
              <a:cxnLst/>
              <a:rect l="l" t="t" r="r" b="b"/>
              <a:pathLst>
                <a:path w="5495925" h="314325">
                  <a:moveTo>
                    <a:pt x="5338826" y="0"/>
                  </a:moveTo>
                  <a:lnTo>
                    <a:pt x="0" y="0"/>
                  </a:lnTo>
                  <a:lnTo>
                    <a:pt x="157162" y="157162"/>
                  </a:lnTo>
                  <a:lnTo>
                    <a:pt x="0" y="314325"/>
                  </a:lnTo>
                  <a:lnTo>
                    <a:pt x="5338826" y="314325"/>
                  </a:lnTo>
                  <a:lnTo>
                    <a:pt x="5495925" y="157162"/>
                  </a:lnTo>
                  <a:lnTo>
                    <a:pt x="5338826" y="0"/>
                  </a:lnTo>
                  <a:close/>
                </a:path>
              </a:pathLst>
            </a:custGeom>
            <a:solidFill>
              <a:srgbClr val="9F2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7675" y="5534025"/>
              <a:ext cx="5495925" cy="314325"/>
            </a:xfrm>
            <a:custGeom>
              <a:avLst/>
              <a:gdLst/>
              <a:ahLst/>
              <a:cxnLst/>
              <a:rect l="l" t="t" r="r" b="b"/>
              <a:pathLst>
                <a:path w="5495925" h="314325">
                  <a:moveTo>
                    <a:pt x="0" y="0"/>
                  </a:moveTo>
                  <a:lnTo>
                    <a:pt x="5338826" y="0"/>
                  </a:lnTo>
                  <a:lnTo>
                    <a:pt x="5495925" y="157162"/>
                  </a:lnTo>
                  <a:lnTo>
                    <a:pt x="5338826" y="314325"/>
                  </a:lnTo>
                  <a:lnTo>
                    <a:pt x="0" y="314325"/>
                  </a:lnTo>
                  <a:lnTo>
                    <a:pt x="157162" y="157162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38150" y="6019800"/>
            <a:ext cx="5514975" cy="333375"/>
            <a:chOff x="438150" y="6019800"/>
            <a:chExt cx="5514975" cy="333375"/>
          </a:xfrm>
        </p:grpSpPr>
        <p:sp>
          <p:nvSpPr>
            <p:cNvPr id="18" name="object 18"/>
            <p:cNvSpPr/>
            <p:nvPr/>
          </p:nvSpPr>
          <p:spPr>
            <a:xfrm>
              <a:off x="447675" y="6029325"/>
              <a:ext cx="5495925" cy="314325"/>
            </a:xfrm>
            <a:custGeom>
              <a:avLst/>
              <a:gdLst/>
              <a:ahLst/>
              <a:cxnLst/>
              <a:rect l="l" t="t" r="r" b="b"/>
              <a:pathLst>
                <a:path w="5495925" h="314325">
                  <a:moveTo>
                    <a:pt x="5338826" y="0"/>
                  </a:moveTo>
                  <a:lnTo>
                    <a:pt x="0" y="0"/>
                  </a:lnTo>
                  <a:lnTo>
                    <a:pt x="157162" y="157162"/>
                  </a:lnTo>
                  <a:lnTo>
                    <a:pt x="0" y="314325"/>
                  </a:lnTo>
                  <a:lnTo>
                    <a:pt x="5338826" y="314325"/>
                  </a:lnTo>
                  <a:lnTo>
                    <a:pt x="5495925" y="157162"/>
                  </a:lnTo>
                  <a:lnTo>
                    <a:pt x="5338826" y="0"/>
                  </a:lnTo>
                  <a:close/>
                </a:path>
              </a:pathLst>
            </a:custGeom>
            <a:solidFill>
              <a:srgbClr val="9F2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7675" y="6029325"/>
              <a:ext cx="5495925" cy="314325"/>
            </a:xfrm>
            <a:custGeom>
              <a:avLst/>
              <a:gdLst/>
              <a:ahLst/>
              <a:cxnLst/>
              <a:rect l="l" t="t" r="r" b="b"/>
              <a:pathLst>
                <a:path w="5495925" h="314325">
                  <a:moveTo>
                    <a:pt x="0" y="0"/>
                  </a:moveTo>
                  <a:lnTo>
                    <a:pt x="5338826" y="0"/>
                  </a:lnTo>
                  <a:lnTo>
                    <a:pt x="5495925" y="157162"/>
                  </a:lnTo>
                  <a:lnTo>
                    <a:pt x="5338826" y="314325"/>
                  </a:lnTo>
                  <a:lnTo>
                    <a:pt x="0" y="314325"/>
                  </a:lnTo>
                  <a:lnTo>
                    <a:pt x="157162" y="157162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76592" y="5051488"/>
            <a:ext cx="4948555" cy="1289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SzPct val="83333"/>
              <a:buFont typeface="Trebuchet MS"/>
              <a:buAutoNum type="arabicPeriod"/>
              <a:tabLst>
                <a:tab pos="245110" algn="l"/>
              </a:tabLst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Users</a:t>
            </a:r>
            <a:r>
              <a:rPr sz="18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sz="1800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create</a:t>
            </a:r>
            <a:r>
              <a:rPr sz="18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task</a:t>
            </a:r>
            <a:r>
              <a:rPr sz="18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800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detailed</a:t>
            </a:r>
            <a:r>
              <a:rPr sz="18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information.</a:t>
            </a:r>
            <a:endParaRPr sz="1800">
              <a:latin typeface="Trebuchet MS"/>
              <a:cs typeface="Trebuchet MS"/>
            </a:endParaRPr>
          </a:p>
          <a:p>
            <a:pPr marL="186055" indent="-182245">
              <a:lnSpc>
                <a:spcPct val="100000"/>
              </a:lnSpc>
              <a:spcBef>
                <a:spcPts val="1730"/>
              </a:spcBef>
              <a:buSzPct val="83333"/>
              <a:buAutoNum type="arabicPeriod"/>
              <a:tabLst>
                <a:tab pos="186055" algn="l"/>
              </a:tabLst>
            </a:pPr>
            <a:r>
              <a:rPr sz="1800" spc="-65" dirty="0">
                <a:solidFill>
                  <a:srgbClr val="FFFFFF"/>
                </a:solidFill>
                <a:latin typeface="Trebuchet MS"/>
                <a:cs typeface="Trebuchet MS"/>
              </a:rPr>
              <a:t>Task</a:t>
            </a:r>
            <a:r>
              <a:rPr sz="18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listing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8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browsing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functionality.</a:t>
            </a:r>
            <a:endParaRPr sz="1800">
              <a:latin typeface="Trebuchet MS"/>
              <a:cs typeface="Trebuchet MS"/>
            </a:endParaRPr>
          </a:p>
          <a:p>
            <a:pPr marL="256540" indent="-231775">
              <a:lnSpc>
                <a:spcPct val="100000"/>
              </a:lnSpc>
              <a:spcBef>
                <a:spcPts val="1735"/>
              </a:spcBef>
              <a:buSzPct val="83333"/>
              <a:buAutoNum type="arabicPeriod"/>
              <a:tabLst>
                <a:tab pos="256540" algn="l"/>
              </a:tabLst>
            </a:pP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Simple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8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rebuchet MS"/>
                <a:cs typeface="Trebuchet MS"/>
              </a:rPr>
              <a:t>efficient</a:t>
            </a:r>
            <a:r>
              <a:rPr sz="18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task</a:t>
            </a:r>
            <a:r>
              <a:rPr sz="180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system.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524375" y="342900"/>
            <a:ext cx="2895600" cy="514350"/>
            <a:chOff x="4524375" y="342900"/>
            <a:chExt cx="2895600" cy="514350"/>
          </a:xfrm>
        </p:grpSpPr>
        <p:sp>
          <p:nvSpPr>
            <p:cNvPr id="22" name="object 22"/>
            <p:cNvSpPr/>
            <p:nvPr/>
          </p:nvSpPr>
          <p:spPr>
            <a:xfrm>
              <a:off x="4533900" y="352425"/>
              <a:ext cx="2876550" cy="495300"/>
            </a:xfrm>
            <a:custGeom>
              <a:avLst/>
              <a:gdLst/>
              <a:ahLst/>
              <a:cxnLst/>
              <a:rect l="l" t="t" r="r" b="b"/>
              <a:pathLst>
                <a:path w="2876550" h="495300">
                  <a:moveTo>
                    <a:pt x="2876550" y="0"/>
                  </a:moveTo>
                  <a:lnTo>
                    <a:pt x="82550" y="0"/>
                  </a:lnTo>
                  <a:lnTo>
                    <a:pt x="50417" y="6486"/>
                  </a:lnTo>
                  <a:lnTo>
                    <a:pt x="24177" y="24177"/>
                  </a:lnTo>
                  <a:lnTo>
                    <a:pt x="6486" y="50417"/>
                  </a:lnTo>
                  <a:lnTo>
                    <a:pt x="0" y="82550"/>
                  </a:lnTo>
                  <a:lnTo>
                    <a:pt x="0" y="495300"/>
                  </a:lnTo>
                  <a:lnTo>
                    <a:pt x="2794000" y="495300"/>
                  </a:lnTo>
                  <a:lnTo>
                    <a:pt x="2826132" y="488813"/>
                  </a:lnTo>
                  <a:lnTo>
                    <a:pt x="2852372" y="471122"/>
                  </a:lnTo>
                  <a:lnTo>
                    <a:pt x="2870063" y="444882"/>
                  </a:lnTo>
                  <a:lnTo>
                    <a:pt x="2876550" y="412750"/>
                  </a:lnTo>
                  <a:lnTo>
                    <a:pt x="2876550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33900" y="352425"/>
              <a:ext cx="2876550" cy="495300"/>
            </a:xfrm>
            <a:custGeom>
              <a:avLst/>
              <a:gdLst/>
              <a:ahLst/>
              <a:cxnLst/>
              <a:rect l="l" t="t" r="r" b="b"/>
              <a:pathLst>
                <a:path w="2876550" h="495300">
                  <a:moveTo>
                    <a:pt x="82550" y="0"/>
                  </a:moveTo>
                  <a:lnTo>
                    <a:pt x="2876550" y="0"/>
                  </a:lnTo>
                  <a:lnTo>
                    <a:pt x="2876550" y="412750"/>
                  </a:lnTo>
                  <a:lnTo>
                    <a:pt x="2870063" y="444882"/>
                  </a:lnTo>
                  <a:lnTo>
                    <a:pt x="2852372" y="471122"/>
                  </a:lnTo>
                  <a:lnTo>
                    <a:pt x="2826132" y="488813"/>
                  </a:lnTo>
                  <a:lnTo>
                    <a:pt x="2794000" y="495300"/>
                  </a:lnTo>
                  <a:lnTo>
                    <a:pt x="0" y="495300"/>
                  </a:lnTo>
                  <a:lnTo>
                    <a:pt x="0" y="82550"/>
                  </a:lnTo>
                  <a:lnTo>
                    <a:pt x="6486" y="50417"/>
                  </a:lnTo>
                  <a:lnTo>
                    <a:pt x="24177" y="24177"/>
                  </a:lnTo>
                  <a:lnTo>
                    <a:pt x="50417" y="6486"/>
                  </a:lnTo>
                  <a:lnTo>
                    <a:pt x="82550" y="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546668" y="443166"/>
            <a:ext cx="28511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indent="-285750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367665" algn="l"/>
              </a:tabLst>
            </a:pPr>
            <a:r>
              <a:rPr sz="1800" b="1" spc="-55" dirty="0">
                <a:solidFill>
                  <a:srgbClr val="6F2F9F"/>
                </a:solidFill>
                <a:latin typeface="Trebuchet MS"/>
                <a:cs typeface="Trebuchet MS"/>
              </a:rPr>
              <a:t>Task</a:t>
            </a:r>
            <a:r>
              <a:rPr sz="1800" b="1" spc="-14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6F2F9F"/>
                </a:solidFill>
                <a:latin typeface="Trebuchet MS"/>
                <a:cs typeface="Trebuchet MS"/>
              </a:rPr>
              <a:t>Management: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BFE03E2-E1AF-4962-F967-331EEE2495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327" y="1162050"/>
            <a:ext cx="4771689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10638" y="1209611"/>
            <a:ext cx="3400425" cy="3486150"/>
            <a:chOff x="8410638" y="1209611"/>
            <a:chExt cx="3400425" cy="34861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20100" y="1219200"/>
              <a:ext cx="3381375" cy="34671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415401" y="1214374"/>
              <a:ext cx="3390900" cy="3476625"/>
            </a:xfrm>
            <a:custGeom>
              <a:avLst/>
              <a:gdLst/>
              <a:ahLst/>
              <a:cxnLst/>
              <a:rect l="l" t="t" r="r" b="b"/>
              <a:pathLst>
                <a:path w="3390900" h="3476625">
                  <a:moveTo>
                    <a:pt x="0" y="3476625"/>
                  </a:moveTo>
                  <a:lnTo>
                    <a:pt x="3390900" y="3476625"/>
                  </a:lnTo>
                  <a:lnTo>
                    <a:pt x="3390900" y="0"/>
                  </a:lnTo>
                  <a:lnTo>
                    <a:pt x="0" y="0"/>
                  </a:lnTo>
                  <a:lnTo>
                    <a:pt x="0" y="34766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3375" y="1228725"/>
            <a:ext cx="3800475" cy="34575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95800" y="1219200"/>
            <a:ext cx="3562350" cy="346710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23850" y="5467350"/>
            <a:ext cx="5781675" cy="333375"/>
            <a:chOff x="323850" y="5467350"/>
            <a:chExt cx="5781675" cy="333375"/>
          </a:xfrm>
        </p:grpSpPr>
        <p:sp>
          <p:nvSpPr>
            <p:cNvPr id="8" name="object 8"/>
            <p:cNvSpPr/>
            <p:nvPr/>
          </p:nvSpPr>
          <p:spPr>
            <a:xfrm>
              <a:off x="333375" y="5476875"/>
              <a:ext cx="5762625" cy="314325"/>
            </a:xfrm>
            <a:custGeom>
              <a:avLst/>
              <a:gdLst/>
              <a:ahLst/>
              <a:cxnLst/>
              <a:rect l="l" t="t" r="r" b="b"/>
              <a:pathLst>
                <a:path w="5762625" h="314325">
                  <a:moveTo>
                    <a:pt x="5605526" y="0"/>
                  </a:moveTo>
                  <a:lnTo>
                    <a:pt x="0" y="0"/>
                  </a:lnTo>
                  <a:lnTo>
                    <a:pt x="157162" y="157162"/>
                  </a:lnTo>
                  <a:lnTo>
                    <a:pt x="0" y="314325"/>
                  </a:lnTo>
                  <a:lnTo>
                    <a:pt x="5605526" y="314325"/>
                  </a:lnTo>
                  <a:lnTo>
                    <a:pt x="5762625" y="157162"/>
                  </a:lnTo>
                  <a:lnTo>
                    <a:pt x="5605526" y="0"/>
                  </a:lnTo>
                  <a:close/>
                </a:path>
              </a:pathLst>
            </a:custGeom>
            <a:solidFill>
              <a:srgbClr val="9F2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3375" y="5476875"/>
              <a:ext cx="5762625" cy="314325"/>
            </a:xfrm>
            <a:custGeom>
              <a:avLst/>
              <a:gdLst/>
              <a:ahLst/>
              <a:cxnLst/>
              <a:rect l="l" t="t" r="r" b="b"/>
              <a:pathLst>
                <a:path w="5762625" h="314325">
                  <a:moveTo>
                    <a:pt x="0" y="0"/>
                  </a:moveTo>
                  <a:lnTo>
                    <a:pt x="5605526" y="0"/>
                  </a:lnTo>
                  <a:lnTo>
                    <a:pt x="5762625" y="157162"/>
                  </a:lnTo>
                  <a:lnTo>
                    <a:pt x="5605526" y="314325"/>
                  </a:lnTo>
                  <a:lnTo>
                    <a:pt x="0" y="314325"/>
                  </a:lnTo>
                  <a:lnTo>
                    <a:pt x="157162" y="157162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23850" y="5943600"/>
            <a:ext cx="5781675" cy="333375"/>
            <a:chOff x="323850" y="5943600"/>
            <a:chExt cx="5781675" cy="333375"/>
          </a:xfrm>
        </p:grpSpPr>
        <p:sp>
          <p:nvSpPr>
            <p:cNvPr id="11" name="object 11"/>
            <p:cNvSpPr/>
            <p:nvPr/>
          </p:nvSpPr>
          <p:spPr>
            <a:xfrm>
              <a:off x="333375" y="5953125"/>
              <a:ext cx="5762625" cy="314325"/>
            </a:xfrm>
            <a:custGeom>
              <a:avLst/>
              <a:gdLst/>
              <a:ahLst/>
              <a:cxnLst/>
              <a:rect l="l" t="t" r="r" b="b"/>
              <a:pathLst>
                <a:path w="5762625" h="314325">
                  <a:moveTo>
                    <a:pt x="5605526" y="0"/>
                  </a:moveTo>
                  <a:lnTo>
                    <a:pt x="0" y="0"/>
                  </a:lnTo>
                  <a:lnTo>
                    <a:pt x="157162" y="157162"/>
                  </a:lnTo>
                  <a:lnTo>
                    <a:pt x="0" y="314325"/>
                  </a:lnTo>
                  <a:lnTo>
                    <a:pt x="5605526" y="314325"/>
                  </a:lnTo>
                  <a:lnTo>
                    <a:pt x="5762625" y="157162"/>
                  </a:lnTo>
                  <a:lnTo>
                    <a:pt x="5605526" y="0"/>
                  </a:lnTo>
                  <a:close/>
                </a:path>
              </a:pathLst>
            </a:custGeom>
            <a:solidFill>
              <a:srgbClr val="9F2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3375" y="5953125"/>
              <a:ext cx="5762625" cy="314325"/>
            </a:xfrm>
            <a:custGeom>
              <a:avLst/>
              <a:gdLst/>
              <a:ahLst/>
              <a:cxnLst/>
              <a:rect l="l" t="t" r="r" b="b"/>
              <a:pathLst>
                <a:path w="5762625" h="314325">
                  <a:moveTo>
                    <a:pt x="0" y="0"/>
                  </a:moveTo>
                  <a:lnTo>
                    <a:pt x="5605526" y="0"/>
                  </a:lnTo>
                  <a:lnTo>
                    <a:pt x="5762625" y="157162"/>
                  </a:lnTo>
                  <a:lnTo>
                    <a:pt x="5605526" y="314325"/>
                  </a:lnTo>
                  <a:lnTo>
                    <a:pt x="0" y="314325"/>
                  </a:lnTo>
                  <a:lnTo>
                    <a:pt x="157162" y="157162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23850" y="6429375"/>
            <a:ext cx="5781675" cy="333375"/>
            <a:chOff x="323850" y="6429375"/>
            <a:chExt cx="5781675" cy="333375"/>
          </a:xfrm>
        </p:grpSpPr>
        <p:sp>
          <p:nvSpPr>
            <p:cNvPr id="14" name="object 14"/>
            <p:cNvSpPr/>
            <p:nvPr/>
          </p:nvSpPr>
          <p:spPr>
            <a:xfrm>
              <a:off x="333375" y="6438900"/>
              <a:ext cx="5762625" cy="314325"/>
            </a:xfrm>
            <a:custGeom>
              <a:avLst/>
              <a:gdLst/>
              <a:ahLst/>
              <a:cxnLst/>
              <a:rect l="l" t="t" r="r" b="b"/>
              <a:pathLst>
                <a:path w="5762625" h="314325">
                  <a:moveTo>
                    <a:pt x="5605526" y="0"/>
                  </a:moveTo>
                  <a:lnTo>
                    <a:pt x="0" y="0"/>
                  </a:lnTo>
                  <a:lnTo>
                    <a:pt x="157162" y="157162"/>
                  </a:lnTo>
                  <a:lnTo>
                    <a:pt x="0" y="314325"/>
                  </a:lnTo>
                  <a:lnTo>
                    <a:pt x="5605526" y="314325"/>
                  </a:lnTo>
                  <a:lnTo>
                    <a:pt x="5762625" y="157162"/>
                  </a:lnTo>
                  <a:lnTo>
                    <a:pt x="5605526" y="0"/>
                  </a:lnTo>
                  <a:close/>
                </a:path>
              </a:pathLst>
            </a:custGeom>
            <a:solidFill>
              <a:srgbClr val="9F2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3375" y="6438900"/>
              <a:ext cx="5762625" cy="314325"/>
            </a:xfrm>
            <a:custGeom>
              <a:avLst/>
              <a:gdLst/>
              <a:ahLst/>
              <a:cxnLst/>
              <a:rect l="l" t="t" r="r" b="b"/>
              <a:pathLst>
                <a:path w="5762625" h="314325">
                  <a:moveTo>
                    <a:pt x="0" y="0"/>
                  </a:moveTo>
                  <a:lnTo>
                    <a:pt x="5605526" y="0"/>
                  </a:lnTo>
                  <a:lnTo>
                    <a:pt x="5762625" y="157162"/>
                  </a:lnTo>
                  <a:lnTo>
                    <a:pt x="5605526" y="314325"/>
                  </a:lnTo>
                  <a:lnTo>
                    <a:pt x="0" y="314325"/>
                  </a:lnTo>
                  <a:lnTo>
                    <a:pt x="157162" y="157162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23850" y="4981575"/>
            <a:ext cx="5781675" cy="333375"/>
            <a:chOff x="323850" y="4981575"/>
            <a:chExt cx="5781675" cy="333375"/>
          </a:xfrm>
        </p:grpSpPr>
        <p:sp>
          <p:nvSpPr>
            <p:cNvPr id="17" name="object 17"/>
            <p:cNvSpPr/>
            <p:nvPr/>
          </p:nvSpPr>
          <p:spPr>
            <a:xfrm>
              <a:off x="333375" y="4991100"/>
              <a:ext cx="5762625" cy="314325"/>
            </a:xfrm>
            <a:custGeom>
              <a:avLst/>
              <a:gdLst/>
              <a:ahLst/>
              <a:cxnLst/>
              <a:rect l="l" t="t" r="r" b="b"/>
              <a:pathLst>
                <a:path w="5762625" h="314325">
                  <a:moveTo>
                    <a:pt x="5605526" y="0"/>
                  </a:moveTo>
                  <a:lnTo>
                    <a:pt x="0" y="0"/>
                  </a:lnTo>
                  <a:lnTo>
                    <a:pt x="157162" y="157099"/>
                  </a:lnTo>
                  <a:lnTo>
                    <a:pt x="0" y="314325"/>
                  </a:lnTo>
                  <a:lnTo>
                    <a:pt x="5605526" y="314325"/>
                  </a:lnTo>
                  <a:lnTo>
                    <a:pt x="5762625" y="157099"/>
                  </a:lnTo>
                  <a:lnTo>
                    <a:pt x="5605526" y="0"/>
                  </a:lnTo>
                  <a:close/>
                </a:path>
              </a:pathLst>
            </a:custGeom>
            <a:solidFill>
              <a:srgbClr val="9F2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3375" y="4991100"/>
              <a:ext cx="5762625" cy="314325"/>
            </a:xfrm>
            <a:custGeom>
              <a:avLst/>
              <a:gdLst/>
              <a:ahLst/>
              <a:cxnLst/>
              <a:rect l="l" t="t" r="r" b="b"/>
              <a:pathLst>
                <a:path w="5762625" h="314325">
                  <a:moveTo>
                    <a:pt x="0" y="0"/>
                  </a:moveTo>
                  <a:lnTo>
                    <a:pt x="5605526" y="0"/>
                  </a:lnTo>
                  <a:lnTo>
                    <a:pt x="5762625" y="157099"/>
                  </a:lnTo>
                  <a:lnTo>
                    <a:pt x="5605526" y="314325"/>
                  </a:lnTo>
                  <a:lnTo>
                    <a:pt x="0" y="314325"/>
                  </a:lnTo>
                  <a:lnTo>
                    <a:pt x="157162" y="157099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55307" y="4992941"/>
            <a:ext cx="5452110" cy="1747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Trebuchet MS"/>
              <a:buAutoNum type="arabicPeriod"/>
              <a:tabLst>
                <a:tab pos="245110" algn="l"/>
              </a:tabLst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Users</a:t>
            </a: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sz="180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send</a:t>
            </a:r>
            <a:r>
              <a:rPr sz="1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requests</a:t>
            </a: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 for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available</a:t>
            </a: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tasks.</a:t>
            </a:r>
            <a:endParaRPr sz="1800">
              <a:latin typeface="Trebuchet MS"/>
              <a:cs typeface="Trebuchet MS"/>
            </a:endParaRPr>
          </a:p>
          <a:p>
            <a:pPr marL="245110" indent="-232410">
              <a:lnSpc>
                <a:spcPct val="100000"/>
              </a:lnSpc>
              <a:spcBef>
                <a:spcPts val="1670"/>
              </a:spcBef>
              <a:buAutoNum type="arabicPeriod"/>
              <a:tabLst>
                <a:tab pos="245110" algn="l"/>
              </a:tabLst>
            </a:pPr>
            <a:r>
              <a:rPr sz="1800" spc="-65" dirty="0">
                <a:solidFill>
                  <a:srgbClr val="FFFFFF"/>
                </a:solidFill>
                <a:latin typeface="Trebuchet MS"/>
                <a:cs typeface="Trebuchet MS"/>
              </a:rPr>
              <a:t>Task</a:t>
            </a:r>
            <a:r>
              <a:rPr sz="180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owners</a:t>
            </a:r>
            <a:r>
              <a:rPr sz="18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sz="18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accept</a:t>
            </a:r>
            <a:r>
              <a:rPr sz="1800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1800" spc="-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reject</a:t>
            </a:r>
            <a:r>
              <a:rPr sz="1800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requests.</a:t>
            </a:r>
            <a:endParaRPr sz="1800">
              <a:latin typeface="Trebuchet MS"/>
              <a:cs typeface="Trebuchet MS"/>
            </a:endParaRPr>
          </a:p>
          <a:p>
            <a:pPr marL="234950" indent="-222250">
              <a:lnSpc>
                <a:spcPct val="100000"/>
              </a:lnSpc>
              <a:spcBef>
                <a:spcPts val="1585"/>
              </a:spcBef>
              <a:buAutoNum type="arabicPeriod"/>
              <a:tabLst>
                <a:tab pos="234950" algn="l"/>
              </a:tabLst>
            </a:pP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“My</a:t>
            </a:r>
            <a:r>
              <a:rPr sz="18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Requests”</a:t>
            </a:r>
            <a:r>
              <a:rPr sz="1800" spc="-2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“Requests”</a:t>
            </a:r>
            <a:r>
              <a:rPr sz="1800" spc="-2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system.</a:t>
            </a:r>
            <a:endParaRPr sz="1800">
              <a:latin typeface="Trebuchet MS"/>
              <a:cs typeface="Trebuchet MS"/>
            </a:endParaRPr>
          </a:p>
          <a:p>
            <a:pPr marL="264160" indent="-232410">
              <a:lnSpc>
                <a:spcPct val="100000"/>
              </a:lnSpc>
              <a:spcBef>
                <a:spcPts val="1660"/>
              </a:spcBef>
              <a:buAutoNum type="arabicPeriod"/>
              <a:tabLst>
                <a:tab pos="264160" algn="l"/>
              </a:tabLst>
            </a:pP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Real-</a:t>
            </a:r>
            <a:r>
              <a:rPr sz="1800" spc="-65" dirty="0">
                <a:solidFill>
                  <a:srgbClr val="FFFFFF"/>
                </a:solidFill>
                <a:latin typeface="Trebuchet MS"/>
                <a:cs typeface="Trebuchet MS"/>
              </a:rPr>
              <a:t>time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notification</a:t>
            </a:r>
            <a:r>
              <a:rPr sz="18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r>
              <a:rPr sz="18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800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task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updates.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829050" y="342900"/>
            <a:ext cx="3895725" cy="514350"/>
            <a:chOff x="3829050" y="342900"/>
            <a:chExt cx="3895725" cy="514350"/>
          </a:xfrm>
        </p:grpSpPr>
        <p:sp>
          <p:nvSpPr>
            <p:cNvPr id="21" name="object 21"/>
            <p:cNvSpPr/>
            <p:nvPr/>
          </p:nvSpPr>
          <p:spPr>
            <a:xfrm>
              <a:off x="3838575" y="352425"/>
              <a:ext cx="3876675" cy="495300"/>
            </a:xfrm>
            <a:custGeom>
              <a:avLst/>
              <a:gdLst/>
              <a:ahLst/>
              <a:cxnLst/>
              <a:rect l="l" t="t" r="r" b="b"/>
              <a:pathLst>
                <a:path w="3876675" h="495300">
                  <a:moveTo>
                    <a:pt x="3876675" y="0"/>
                  </a:moveTo>
                  <a:lnTo>
                    <a:pt x="82550" y="0"/>
                  </a:lnTo>
                  <a:lnTo>
                    <a:pt x="50417" y="6486"/>
                  </a:lnTo>
                  <a:lnTo>
                    <a:pt x="24177" y="24177"/>
                  </a:lnTo>
                  <a:lnTo>
                    <a:pt x="6486" y="50417"/>
                  </a:lnTo>
                  <a:lnTo>
                    <a:pt x="0" y="82550"/>
                  </a:lnTo>
                  <a:lnTo>
                    <a:pt x="0" y="495300"/>
                  </a:lnTo>
                  <a:lnTo>
                    <a:pt x="3794125" y="495300"/>
                  </a:lnTo>
                  <a:lnTo>
                    <a:pt x="3826257" y="488813"/>
                  </a:lnTo>
                  <a:lnTo>
                    <a:pt x="3852497" y="471122"/>
                  </a:lnTo>
                  <a:lnTo>
                    <a:pt x="3870188" y="444882"/>
                  </a:lnTo>
                  <a:lnTo>
                    <a:pt x="3876675" y="412750"/>
                  </a:lnTo>
                  <a:lnTo>
                    <a:pt x="3876675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8575" y="352425"/>
              <a:ext cx="3876675" cy="495300"/>
            </a:xfrm>
            <a:custGeom>
              <a:avLst/>
              <a:gdLst/>
              <a:ahLst/>
              <a:cxnLst/>
              <a:rect l="l" t="t" r="r" b="b"/>
              <a:pathLst>
                <a:path w="3876675" h="495300">
                  <a:moveTo>
                    <a:pt x="82550" y="0"/>
                  </a:moveTo>
                  <a:lnTo>
                    <a:pt x="3876675" y="0"/>
                  </a:lnTo>
                  <a:lnTo>
                    <a:pt x="3876675" y="412750"/>
                  </a:lnTo>
                  <a:lnTo>
                    <a:pt x="3870188" y="444882"/>
                  </a:lnTo>
                  <a:lnTo>
                    <a:pt x="3852497" y="471122"/>
                  </a:lnTo>
                  <a:lnTo>
                    <a:pt x="3826257" y="488813"/>
                  </a:lnTo>
                  <a:lnTo>
                    <a:pt x="3794125" y="495300"/>
                  </a:lnTo>
                  <a:lnTo>
                    <a:pt x="0" y="495300"/>
                  </a:lnTo>
                  <a:lnTo>
                    <a:pt x="0" y="82550"/>
                  </a:lnTo>
                  <a:lnTo>
                    <a:pt x="6486" y="50417"/>
                  </a:lnTo>
                  <a:lnTo>
                    <a:pt x="24177" y="24177"/>
                  </a:lnTo>
                  <a:lnTo>
                    <a:pt x="50417" y="6486"/>
                  </a:lnTo>
                  <a:lnTo>
                    <a:pt x="82550" y="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851343" y="443166"/>
            <a:ext cx="38512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6105" indent="-285750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586105" algn="l"/>
              </a:tabLst>
            </a:pPr>
            <a:r>
              <a:rPr sz="1800" b="1" spc="-10" dirty="0">
                <a:solidFill>
                  <a:srgbClr val="6F2F9F"/>
                </a:solidFill>
                <a:latin typeface="Trebuchet MS"/>
                <a:cs typeface="Trebuchet MS"/>
              </a:rPr>
              <a:t>Request</a:t>
            </a:r>
            <a:r>
              <a:rPr sz="1800" b="1" spc="-21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6F2F9F"/>
                </a:solidFill>
                <a:latin typeface="Trebuchet MS"/>
                <a:cs typeface="Trebuchet MS"/>
              </a:rPr>
              <a:t>and</a:t>
            </a:r>
            <a:r>
              <a:rPr sz="1800" b="1" spc="204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6F2F9F"/>
                </a:solidFill>
                <a:latin typeface="Trebuchet MS"/>
                <a:cs typeface="Trebuchet MS"/>
              </a:rPr>
              <a:t>Notifications: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67563" y="1047686"/>
            <a:ext cx="4533900" cy="3590925"/>
            <a:chOff x="6667563" y="1047686"/>
            <a:chExt cx="4533900" cy="3590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7025" y="1057275"/>
              <a:ext cx="4514850" cy="35718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672326" y="1052449"/>
              <a:ext cx="4524375" cy="3581400"/>
            </a:xfrm>
            <a:custGeom>
              <a:avLst/>
              <a:gdLst/>
              <a:ahLst/>
              <a:cxnLst/>
              <a:rect l="l" t="t" r="r" b="b"/>
              <a:pathLst>
                <a:path w="4524375" h="3581400">
                  <a:moveTo>
                    <a:pt x="0" y="3581400"/>
                  </a:moveTo>
                  <a:lnTo>
                    <a:pt x="4524375" y="3581400"/>
                  </a:lnTo>
                  <a:lnTo>
                    <a:pt x="4524375" y="0"/>
                  </a:lnTo>
                  <a:lnTo>
                    <a:pt x="0" y="0"/>
                  </a:lnTo>
                  <a:lnTo>
                    <a:pt x="0" y="3581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3375" y="1057275"/>
            <a:ext cx="5657850" cy="357187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19100" y="5143500"/>
            <a:ext cx="5676900" cy="333375"/>
            <a:chOff x="419100" y="5143500"/>
            <a:chExt cx="5676900" cy="333375"/>
          </a:xfrm>
        </p:grpSpPr>
        <p:sp>
          <p:nvSpPr>
            <p:cNvPr id="7" name="object 7"/>
            <p:cNvSpPr/>
            <p:nvPr/>
          </p:nvSpPr>
          <p:spPr>
            <a:xfrm>
              <a:off x="428625" y="5153025"/>
              <a:ext cx="5657850" cy="314325"/>
            </a:xfrm>
            <a:custGeom>
              <a:avLst/>
              <a:gdLst/>
              <a:ahLst/>
              <a:cxnLst/>
              <a:rect l="l" t="t" r="r" b="b"/>
              <a:pathLst>
                <a:path w="5657850" h="314325">
                  <a:moveTo>
                    <a:pt x="5500624" y="0"/>
                  </a:moveTo>
                  <a:lnTo>
                    <a:pt x="0" y="0"/>
                  </a:lnTo>
                  <a:lnTo>
                    <a:pt x="157162" y="157225"/>
                  </a:lnTo>
                  <a:lnTo>
                    <a:pt x="0" y="314325"/>
                  </a:lnTo>
                  <a:lnTo>
                    <a:pt x="5500624" y="314325"/>
                  </a:lnTo>
                  <a:lnTo>
                    <a:pt x="5657850" y="157225"/>
                  </a:lnTo>
                  <a:lnTo>
                    <a:pt x="5500624" y="0"/>
                  </a:lnTo>
                  <a:close/>
                </a:path>
              </a:pathLst>
            </a:custGeom>
            <a:solidFill>
              <a:srgbClr val="9F2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8625" y="5153025"/>
              <a:ext cx="5657850" cy="314325"/>
            </a:xfrm>
            <a:custGeom>
              <a:avLst/>
              <a:gdLst/>
              <a:ahLst/>
              <a:cxnLst/>
              <a:rect l="l" t="t" r="r" b="b"/>
              <a:pathLst>
                <a:path w="5657850" h="314325">
                  <a:moveTo>
                    <a:pt x="0" y="0"/>
                  </a:moveTo>
                  <a:lnTo>
                    <a:pt x="5500624" y="0"/>
                  </a:lnTo>
                  <a:lnTo>
                    <a:pt x="5657850" y="157225"/>
                  </a:lnTo>
                  <a:lnTo>
                    <a:pt x="5500624" y="314325"/>
                  </a:lnTo>
                  <a:lnTo>
                    <a:pt x="0" y="314325"/>
                  </a:lnTo>
                  <a:lnTo>
                    <a:pt x="157162" y="157225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19100" y="5734050"/>
            <a:ext cx="5676900" cy="333375"/>
            <a:chOff x="419100" y="5734050"/>
            <a:chExt cx="5676900" cy="333375"/>
          </a:xfrm>
        </p:grpSpPr>
        <p:sp>
          <p:nvSpPr>
            <p:cNvPr id="10" name="object 10"/>
            <p:cNvSpPr/>
            <p:nvPr/>
          </p:nvSpPr>
          <p:spPr>
            <a:xfrm>
              <a:off x="428625" y="5743575"/>
              <a:ext cx="5657850" cy="314325"/>
            </a:xfrm>
            <a:custGeom>
              <a:avLst/>
              <a:gdLst/>
              <a:ahLst/>
              <a:cxnLst/>
              <a:rect l="l" t="t" r="r" b="b"/>
              <a:pathLst>
                <a:path w="5657850" h="314325">
                  <a:moveTo>
                    <a:pt x="5500624" y="0"/>
                  </a:moveTo>
                  <a:lnTo>
                    <a:pt x="0" y="0"/>
                  </a:lnTo>
                  <a:lnTo>
                    <a:pt x="157162" y="157162"/>
                  </a:lnTo>
                  <a:lnTo>
                    <a:pt x="0" y="314325"/>
                  </a:lnTo>
                  <a:lnTo>
                    <a:pt x="5500624" y="314325"/>
                  </a:lnTo>
                  <a:lnTo>
                    <a:pt x="5657850" y="157162"/>
                  </a:lnTo>
                  <a:lnTo>
                    <a:pt x="5500624" y="0"/>
                  </a:lnTo>
                  <a:close/>
                </a:path>
              </a:pathLst>
            </a:custGeom>
            <a:solidFill>
              <a:srgbClr val="9F2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8625" y="5743575"/>
              <a:ext cx="5657850" cy="314325"/>
            </a:xfrm>
            <a:custGeom>
              <a:avLst/>
              <a:gdLst/>
              <a:ahLst/>
              <a:cxnLst/>
              <a:rect l="l" t="t" r="r" b="b"/>
              <a:pathLst>
                <a:path w="5657850" h="314325">
                  <a:moveTo>
                    <a:pt x="0" y="0"/>
                  </a:moveTo>
                  <a:lnTo>
                    <a:pt x="5500624" y="0"/>
                  </a:lnTo>
                  <a:lnTo>
                    <a:pt x="5657850" y="157162"/>
                  </a:lnTo>
                  <a:lnTo>
                    <a:pt x="5500624" y="314325"/>
                  </a:lnTo>
                  <a:lnTo>
                    <a:pt x="0" y="314325"/>
                  </a:lnTo>
                  <a:lnTo>
                    <a:pt x="157162" y="157162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19100" y="6324600"/>
            <a:ext cx="5676900" cy="333375"/>
            <a:chOff x="419100" y="6324600"/>
            <a:chExt cx="5676900" cy="333375"/>
          </a:xfrm>
        </p:grpSpPr>
        <p:sp>
          <p:nvSpPr>
            <p:cNvPr id="13" name="object 13"/>
            <p:cNvSpPr/>
            <p:nvPr/>
          </p:nvSpPr>
          <p:spPr>
            <a:xfrm>
              <a:off x="428625" y="6334125"/>
              <a:ext cx="5657850" cy="314325"/>
            </a:xfrm>
            <a:custGeom>
              <a:avLst/>
              <a:gdLst/>
              <a:ahLst/>
              <a:cxnLst/>
              <a:rect l="l" t="t" r="r" b="b"/>
              <a:pathLst>
                <a:path w="5657850" h="314325">
                  <a:moveTo>
                    <a:pt x="5500624" y="0"/>
                  </a:moveTo>
                  <a:lnTo>
                    <a:pt x="0" y="0"/>
                  </a:lnTo>
                  <a:lnTo>
                    <a:pt x="157162" y="157162"/>
                  </a:lnTo>
                  <a:lnTo>
                    <a:pt x="0" y="314325"/>
                  </a:lnTo>
                  <a:lnTo>
                    <a:pt x="5500624" y="314325"/>
                  </a:lnTo>
                  <a:lnTo>
                    <a:pt x="5657850" y="157162"/>
                  </a:lnTo>
                  <a:lnTo>
                    <a:pt x="5500624" y="0"/>
                  </a:lnTo>
                  <a:close/>
                </a:path>
              </a:pathLst>
            </a:custGeom>
            <a:solidFill>
              <a:srgbClr val="9F2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8625" y="6334125"/>
              <a:ext cx="5657850" cy="314325"/>
            </a:xfrm>
            <a:custGeom>
              <a:avLst/>
              <a:gdLst/>
              <a:ahLst/>
              <a:cxnLst/>
              <a:rect l="l" t="t" r="r" b="b"/>
              <a:pathLst>
                <a:path w="5657850" h="314325">
                  <a:moveTo>
                    <a:pt x="0" y="0"/>
                  </a:moveTo>
                  <a:lnTo>
                    <a:pt x="5500624" y="0"/>
                  </a:lnTo>
                  <a:lnTo>
                    <a:pt x="5657850" y="157162"/>
                  </a:lnTo>
                  <a:lnTo>
                    <a:pt x="5500624" y="314325"/>
                  </a:lnTo>
                  <a:lnTo>
                    <a:pt x="0" y="314325"/>
                  </a:lnTo>
                  <a:lnTo>
                    <a:pt x="157162" y="157162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12775" y="5174297"/>
            <a:ext cx="5368290" cy="1473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920" indent="-236220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Trebuchet MS"/>
              <a:buAutoNum type="arabicPeriod"/>
              <a:tabLst>
                <a:tab pos="248920" algn="l"/>
              </a:tabLst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User</a:t>
            </a:r>
            <a:r>
              <a:rPr sz="1800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rebuchet MS"/>
                <a:cs typeface="Trebuchet MS"/>
              </a:rPr>
              <a:t>profile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settings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800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updating</a:t>
            </a:r>
            <a:r>
              <a:rPr sz="18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personal</a:t>
            </a:r>
            <a:r>
              <a:rPr sz="18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details.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Clr>
                <a:srgbClr val="FFFFFF"/>
              </a:buClr>
              <a:buFont typeface="Trebuchet MS"/>
              <a:buAutoNum type="arabicPeriod"/>
            </a:pPr>
            <a:endParaRPr sz="1800">
              <a:latin typeface="Trebuchet MS"/>
              <a:cs typeface="Trebuchet MS"/>
            </a:endParaRPr>
          </a:p>
          <a:p>
            <a:pPr marL="273050" indent="-231775">
              <a:lnSpc>
                <a:spcPct val="100000"/>
              </a:lnSpc>
              <a:buAutoNum type="arabicPeriod"/>
              <a:tabLst>
                <a:tab pos="273050" algn="l"/>
              </a:tabLst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Upload</a:t>
            </a:r>
            <a:r>
              <a:rPr sz="18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8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manage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rebuchet MS"/>
                <a:cs typeface="Trebuchet MS"/>
              </a:rPr>
              <a:t>profile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picture.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90"/>
              </a:spcBef>
              <a:buClr>
                <a:srgbClr val="FFFFFF"/>
              </a:buClr>
              <a:buFont typeface="Trebuchet MS"/>
              <a:buAutoNum type="arabicPeriod"/>
            </a:pPr>
            <a:endParaRPr sz="1800">
              <a:latin typeface="Trebuchet MS"/>
              <a:cs typeface="Trebuchet MS"/>
            </a:endParaRPr>
          </a:p>
          <a:p>
            <a:pPr marL="273050" indent="-23177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73050" algn="l"/>
              </a:tabLst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Final</a:t>
            </a:r>
            <a:r>
              <a:rPr sz="1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testing</a:t>
            </a:r>
            <a:r>
              <a:rPr sz="1800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8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bug</a:t>
            </a:r>
            <a:r>
              <a:rPr sz="18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fixing</a:t>
            </a:r>
            <a:r>
              <a:rPr sz="18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800" spc="-2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smooth</a:t>
            </a:r>
            <a:r>
              <a:rPr sz="18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performance.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600575" y="342900"/>
            <a:ext cx="2543175" cy="514350"/>
            <a:chOff x="4600575" y="342900"/>
            <a:chExt cx="2543175" cy="514350"/>
          </a:xfrm>
        </p:grpSpPr>
        <p:sp>
          <p:nvSpPr>
            <p:cNvPr id="17" name="object 17"/>
            <p:cNvSpPr/>
            <p:nvPr/>
          </p:nvSpPr>
          <p:spPr>
            <a:xfrm>
              <a:off x="4610100" y="352425"/>
              <a:ext cx="2524125" cy="495300"/>
            </a:xfrm>
            <a:custGeom>
              <a:avLst/>
              <a:gdLst/>
              <a:ahLst/>
              <a:cxnLst/>
              <a:rect l="l" t="t" r="r" b="b"/>
              <a:pathLst>
                <a:path w="2524125" h="495300">
                  <a:moveTo>
                    <a:pt x="2524125" y="0"/>
                  </a:moveTo>
                  <a:lnTo>
                    <a:pt x="82550" y="0"/>
                  </a:lnTo>
                  <a:lnTo>
                    <a:pt x="50417" y="6486"/>
                  </a:lnTo>
                  <a:lnTo>
                    <a:pt x="24177" y="24177"/>
                  </a:lnTo>
                  <a:lnTo>
                    <a:pt x="6486" y="50417"/>
                  </a:lnTo>
                  <a:lnTo>
                    <a:pt x="0" y="82550"/>
                  </a:lnTo>
                  <a:lnTo>
                    <a:pt x="0" y="495300"/>
                  </a:lnTo>
                  <a:lnTo>
                    <a:pt x="2441575" y="495300"/>
                  </a:lnTo>
                  <a:lnTo>
                    <a:pt x="2473707" y="488813"/>
                  </a:lnTo>
                  <a:lnTo>
                    <a:pt x="2499947" y="471122"/>
                  </a:lnTo>
                  <a:lnTo>
                    <a:pt x="2517638" y="444882"/>
                  </a:lnTo>
                  <a:lnTo>
                    <a:pt x="2524125" y="412750"/>
                  </a:lnTo>
                  <a:lnTo>
                    <a:pt x="2524125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10100" y="352425"/>
              <a:ext cx="2524125" cy="495300"/>
            </a:xfrm>
            <a:custGeom>
              <a:avLst/>
              <a:gdLst/>
              <a:ahLst/>
              <a:cxnLst/>
              <a:rect l="l" t="t" r="r" b="b"/>
              <a:pathLst>
                <a:path w="2524125" h="495300">
                  <a:moveTo>
                    <a:pt x="82550" y="0"/>
                  </a:moveTo>
                  <a:lnTo>
                    <a:pt x="2524125" y="0"/>
                  </a:lnTo>
                  <a:lnTo>
                    <a:pt x="2524125" y="412750"/>
                  </a:lnTo>
                  <a:lnTo>
                    <a:pt x="2517638" y="444882"/>
                  </a:lnTo>
                  <a:lnTo>
                    <a:pt x="2499947" y="471122"/>
                  </a:lnTo>
                  <a:lnTo>
                    <a:pt x="2473707" y="488813"/>
                  </a:lnTo>
                  <a:lnTo>
                    <a:pt x="2441575" y="495300"/>
                  </a:lnTo>
                  <a:lnTo>
                    <a:pt x="0" y="495300"/>
                  </a:lnTo>
                  <a:lnTo>
                    <a:pt x="0" y="82550"/>
                  </a:lnTo>
                  <a:lnTo>
                    <a:pt x="6486" y="50417"/>
                  </a:lnTo>
                  <a:lnTo>
                    <a:pt x="24177" y="24177"/>
                  </a:lnTo>
                  <a:lnTo>
                    <a:pt x="50417" y="6486"/>
                  </a:lnTo>
                  <a:lnTo>
                    <a:pt x="82550" y="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622868" y="443166"/>
            <a:ext cx="24987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2280" indent="-28511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462280" algn="l"/>
              </a:tabLst>
            </a:pPr>
            <a:r>
              <a:rPr sz="1800" b="1" spc="-50" dirty="0">
                <a:solidFill>
                  <a:srgbClr val="6F2F9F"/>
                </a:solidFill>
                <a:latin typeface="Trebuchet MS"/>
                <a:cs typeface="Trebuchet MS"/>
              </a:rPr>
              <a:t>Profile</a:t>
            </a:r>
            <a:r>
              <a:rPr sz="1800" b="1" spc="-7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6F2F9F"/>
                </a:solidFill>
                <a:latin typeface="Trebuchet MS"/>
                <a:cs typeface="Trebuchet MS"/>
              </a:rPr>
              <a:t>Settings: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8625" y="266700"/>
            <a:ext cx="2609850" cy="523875"/>
            <a:chOff x="428625" y="266700"/>
            <a:chExt cx="2609850" cy="523875"/>
          </a:xfrm>
        </p:grpSpPr>
        <p:sp>
          <p:nvSpPr>
            <p:cNvPr id="3" name="object 3"/>
            <p:cNvSpPr/>
            <p:nvPr/>
          </p:nvSpPr>
          <p:spPr>
            <a:xfrm>
              <a:off x="438150" y="276225"/>
              <a:ext cx="2590800" cy="504825"/>
            </a:xfrm>
            <a:custGeom>
              <a:avLst/>
              <a:gdLst/>
              <a:ahLst/>
              <a:cxnLst/>
              <a:rect l="l" t="t" r="r" b="b"/>
              <a:pathLst>
                <a:path w="2590800" h="504825">
                  <a:moveTo>
                    <a:pt x="2590800" y="0"/>
                  </a:moveTo>
                  <a:lnTo>
                    <a:pt x="84137" y="0"/>
                  </a:lnTo>
                  <a:lnTo>
                    <a:pt x="51386" y="6619"/>
                  </a:lnTo>
                  <a:lnTo>
                    <a:pt x="24642" y="24669"/>
                  </a:lnTo>
                  <a:lnTo>
                    <a:pt x="6611" y="51434"/>
                  </a:lnTo>
                  <a:lnTo>
                    <a:pt x="0" y="84200"/>
                  </a:lnTo>
                  <a:lnTo>
                    <a:pt x="0" y="504825"/>
                  </a:lnTo>
                  <a:lnTo>
                    <a:pt x="2506599" y="504825"/>
                  </a:lnTo>
                  <a:lnTo>
                    <a:pt x="2539365" y="498205"/>
                  </a:lnTo>
                  <a:lnTo>
                    <a:pt x="2566130" y="480155"/>
                  </a:lnTo>
                  <a:lnTo>
                    <a:pt x="2584180" y="453389"/>
                  </a:lnTo>
                  <a:lnTo>
                    <a:pt x="2590800" y="420624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8150" y="276225"/>
              <a:ext cx="2590800" cy="504825"/>
            </a:xfrm>
            <a:custGeom>
              <a:avLst/>
              <a:gdLst/>
              <a:ahLst/>
              <a:cxnLst/>
              <a:rect l="l" t="t" r="r" b="b"/>
              <a:pathLst>
                <a:path w="2590800" h="504825">
                  <a:moveTo>
                    <a:pt x="84137" y="0"/>
                  </a:moveTo>
                  <a:lnTo>
                    <a:pt x="2590800" y="0"/>
                  </a:lnTo>
                  <a:lnTo>
                    <a:pt x="2590800" y="420624"/>
                  </a:lnTo>
                  <a:lnTo>
                    <a:pt x="2584180" y="453389"/>
                  </a:lnTo>
                  <a:lnTo>
                    <a:pt x="2566130" y="480155"/>
                  </a:lnTo>
                  <a:lnTo>
                    <a:pt x="2539365" y="498205"/>
                  </a:lnTo>
                  <a:lnTo>
                    <a:pt x="2506599" y="504825"/>
                  </a:lnTo>
                  <a:lnTo>
                    <a:pt x="0" y="504825"/>
                  </a:lnTo>
                  <a:lnTo>
                    <a:pt x="0" y="84200"/>
                  </a:lnTo>
                  <a:lnTo>
                    <a:pt x="6611" y="51434"/>
                  </a:lnTo>
                  <a:lnTo>
                    <a:pt x="24642" y="24669"/>
                  </a:lnTo>
                  <a:lnTo>
                    <a:pt x="51386" y="6619"/>
                  </a:lnTo>
                  <a:lnTo>
                    <a:pt x="84137" y="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07009" y="361886"/>
            <a:ext cx="7379334" cy="41262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1040" indent="-28575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"/>
              <a:tabLst>
                <a:tab pos="701040" algn="l"/>
              </a:tabLst>
            </a:pPr>
            <a:r>
              <a:rPr sz="1800" b="1" spc="-55" dirty="0">
                <a:solidFill>
                  <a:srgbClr val="FF0000"/>
                </a:solidFill>
                <a:latin typeface="Trebuchet MS"/>
                <a:cs typeface="Trebuchet MS"/>
              </a:rPr>
              <a:t>Key</a:t>
            </a:r>
            <a:r>
              <a:rPr sz="1800" b="1" spc="-2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Trebuchet MS"/>
                <a:cs typeface="Trebuchet MS"/>
              </a:rPr>
              <a:t>Features:</a:t>
            </a:r>
            <a:endParaRPr sz="1800">
              <a:latin typeface="Trebuchet MS"/>
              <a:cs typeface="Trebuchet MS"/>
            </a:endParaRPr>
          </a:p>
          <a:p>
            <a:pPr marL="344170" indent="-331470">
              <a:lnSpc>
                <a:spcPct val="100000"/>
              </a:lnSpc>
              <a:spcBef>
                <a:spcPts val="1980"/>
              </a:spcBef>
              <a:buFont typeface="Wingdings"/>
              <a:buChar char=""/>
              <a:tabLst>
                <a:tab pos="344170" algn="l"/>
              </a:tabLst>
            </a:pPr>
            <a:r>
              <a:rPr sz="1800" dirty="0">
                <a:solidFill>
                  <a:srgbClr val="E8E8E8"/>
                </a:solidFill>
                <a:latin typeface="Trebuchet MS"/>
                <a:cs typeface="Trebuchet MS"/>
              </a:rPr>
              <a:t>User</a:t>
            </a:r>
            <a:r>
              <a:rPr sz="1800" spc="-21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E8E8E8"/>
                </a:solidFill>
                <a:latin typeface="Trebuchet MS"/>
                <a:cs typeface="Trebuchet MS"/>
              </a:rPr>
              <a:t>Authentication</a:t>
            </a:r>
            <a:r>
              <a:rPr sz="1800" spc="-14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E8E8E8"/>
                </a:solidFill>
                <a:latin typeface="Trebuchet MS"/>
                <a:cs typeface="Trebuchet MS"/>
              </a:rPr>
              <a:t>with</a:t>
            </a:r>
            <a:r>
              <a:rPr sz="1800" spc="-14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Trebuchet MS"/>
                <a:cs typeface="Trebuchet MS"/>
              </a:rPr>
              <a:t>secure</a:t>
            </a:r>
            <a:r>
              <a:rPr sz="1800" spc="-17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E8E8E8"/>
                </a:solidFill>
                <a:latin typeface="Trebuchet MS"/>
                <a:cs typeface="Trebuchet MS"/>
              </a:rPr>
              <a:t>login</a:t>
            </a:r>
            <a:r>
              <a:rPr sz="1800" spc="-14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E8E8E8"/>
                </a:solidFill>
                <a:latin typeface="Trebuchet MS"/>
                <a:cs typeface="Trebuchet MS"/>
              </a:rPr>
              <a:t>and</a:t>
            </a:r>
            <a:r>
              <a:rPr sz="1800" spc="-15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Trebuchet MS"/>
                <a:cs typeface="Trebuchet MS"/>
              </a:rPr>
              <a:t>registration.</a:t>
            </a:r>
            <a:endParaRPr sz="1800">
              <a:latin typeface="Trebuchet MS"/>
              <a:cs typeface="Trebuchet MS"/>
            </a:endParaRPr>
          </a:p>
          <a:p>
            <a:pPr marL="344170" indent="-331470">
              <a:lnSpc>
                <a:spcPct val="100000"/>
              </a:lnSpc>
              <a:spcBef>
                <a:spcPts val="1145"/>
              </a:spcBef>
              <a:buFont typeface="Wingdings"/>
              <a:buChar char=""/>
              <a:tabLst>
                <a:tab pos="344170" algn="l"/>
              </a:tabLst>
            </a:pPr>
            <a:r>
              <a:rPr sz="1800" spc="-65" dirty="0">
                <a:solidFill>
                  <a:srgbClr val="E8E8E8"/>
                </a:solidFill>
                <a:latin typeface="Trebuchet MS"/>
                <a:cs typeface="Trebuchet MS"/>
              </a:rPr>
              <a:t>Task</a:t>
            </a:r>
            <a:r>
              <a:rPr sz="1800" spc="-9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E8E8E8"/>
                </a:solidFill>
                <a:latin typeface="Trebuchet MS"/>
                <a:cs typeface="Trebuchet MS"/>
              </a:rPr>
              <a:t>Posting</a:t>
            </a:r>
            <a:r>
              <a:rPr sz="1800" spc="-17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E8E8E8"/>
                </a:solidFill>
                <a:latin typeface="Trebuchet MS"/>
                <a:cs typeface="Trebuchet MS"/>
              </a:rPr>
              <a:t>with</a:t>
            </a:r>
            <a:r>
              <a:rPr sz="1800" spc="-13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E8E8E8"/>
                </a:solidFill>
                <a:latin typeface="Trebuchet MS"/>
                <a:cs typeface="Trebuchet MS"/>
              </a:rPr>
              <a:t>detailed</a:t>
            </a:r>
            <a:r>
              <a:rPr sz="1800" spc="-16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E8E8E8"/>
                </a:solidFill>
                <a:latin typeface="Trebuchet MS"/>
                <a:cs typeface="Trebuchet MS"/>
              </a:rPr>
              <a:t>information</a:t>
            </a:r>
            <a:r>
              <a:rPr sz="1800" spc="-13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E8E8E8"/>
                </a:solidFill>
                <a:latin typeface="Trebuchet MS"/>
                <a:cs typeface="Trebuchet MS"/>
              </a:rPr>
              <a:t>(title,</a:t>
            </a:r>
            <a:r>
              <a:rPr sz="1800" spc="-11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E8E8E8"/>
                </a:solidFill>
                <a:latin typeface="Trebuchet MS"/>
                <a:cs typeface="Trebuchet MS"/>
              </a:rPr>
              <a:t>location,</a:t>
            </a:r>
            <a:r>
              <a:rPr sz="1800" spc="-11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E8E8E8"/>
                </a:solidFill>
                <a:latin typeface="Trebuchet MS"/>
                <a:cs typeface="Trebuchet MS"/>
              </a:rPr>
              <a:t>time,</a:t>
            </a:r>
            <a:r>
              <a:rPr sz="1800" spc="-19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Trebuchet MS"/>
                <a:cs typeface="Trebuchet MS"/>
              </a:rPr>
              <a:t>description).</a:t>
            </a:r>
            <a:endParaRPr sz="1800">
              <a:latin typeface="Trebuchet MS"/>
              <a:cs typeface="Trebuchet MS"/>
            </a:endParaRPr>
          </a:p>
          <a:p>
            <a:pPr marL="344170" indent="-331470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344170" algn="l"/>
              </a:tabLst>
            </a:pPr>
            <a:r>
              <a:rPr sz="1800" spc="-65" dirty="0">
                <a:solidFill>
                  <a:srgbClr val="E8E8E8"/>
                </a:solidFill>
                <a:latin typeface="Trebuchet MS"/>
                <a:cs typeface="Trebuchet MS"/>
              </a:rPr>
              <a:t>Task</a:t>
            </a:r>
            <a:r>
              <a:rPr sz="1800" spc="-11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E8E8E8"/>
                </a:solidFill>
                <a:latin typeface="Trebuchet MS"/>
                <a:cs typeface="Trebuchet MS"/>
              </a:rPr>
              <a:t>Browsing</a:t>
            </a:r>
            <a:r>
              <a:rPr sz="1800" spc="-10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E8E8E8"/>
                </a:solidFill>
                <a:latin typeface="Trebuchet MS"/>
                <a:cs typeface="Trebuchet MS"/>
              </a:rPr>
              <a:t>to</a:t>
            </a:r>
            <a:r>
              <a:rPr sz="1800" spc="-15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E8E8E8"/>
                </a:solidFill>
                <a:latin typeface="Trebuchet MS"/>
                <a:cs typeface="Trebuchet MS"/>
              </a:rPr>
              <a:t>explore</a:t>
            </a:r>
            <a:r>
              <a:rPr sz="1800" spc="-10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E8E8E8"/>
                </a:solidFill>
                <a:latin typeface="Trebuchet MS"/>
                <a:cs typeface="Trebuchet MS"/>
              </a:rPr>
              <a:t>available</a:t>
            </a:r>
            <a:r>
              <a:rPr sz="1800" spc="-11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Trebuchet MS"/>
                <a:cs typeface="Trebuchet MS"/>
              </a:rPr>
              <a:t>tasks.</a:t>
            </a:r>
            <a:endParaRPr sz="1800">
              <a:latin typeface="Trebuchet MS"/>
              <a:cs typeface="Trebuchet MS"/>
            </a:endParaRPr>
          </a:p>
          <a:p>
            <a:pPr marL="344170" indent="-331470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344170" algn="l"/>
              </a:tabLst>
            </a:pPr>
            <a:r>
              <a:rPr sz="1800" spc="-10" dirty="0">
                <a:solidFill>
                  <a:srgbClr val="E8E8E8"/>
                </a:solidFill>
                <a:latin typeface="Trebuchet MS"/>
                <a:cs typeface="Trebuchet MS"/>
              </a:rPr>
              <a:t>Request</a:t>
            </a:r>
            <a:r>
              <a:rPr sz="1800" spc="-12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E8E8E8"/>
                </a:solidFill>
                <a:latin typeface="Trebuchet MS"/>
                <a:cs typeface="Trebuchet MS"/>
              </a:rPr>
              <a:t>System</a:t>
            </a:r>
            <a:r>
              <a:rPr sz="1800" spc="-18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E8E8E8"/>
                </a:solidFill>
                <a:latin typeface="Trebuchet MS"/>
                <a:cs typeface="Trebuchet MS"/>
              </a:rPr>
              <a:t>to</a:t>
            </a:r>
            <a:r>
              <a:rPr sz="1800" spc="-16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E8E8E8"/>
                </a:solidFill>
                <a:latin typeface="Trebuchet MS"/>
                <a:cs typeface="Trebuchet MS"/>
              </a:rPr>
              <a:t>send</a:t>
            </a:r>
            <a:r>
              <a:rPr sz="1800" spc="-17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E8E8E8"/>
                </a:solidFill>
                <a:latin typeface="Trebuchet MS"/>
                <a:cs typeface="Trebuchet MS"/>
              </a:rPr>
              <a:t>and</a:t>
            </a:r>
            <a:r>
              <a:rPr sz="1800" spc="-17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Trebuchet MS"/>
                <a:cs typeface="Trebuchet MS"/>
              </a:rPr>
              <a:t>manage</a:t>
            </a:r>
            <a:r>
              <a:rPr sz="1800" spc="-114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E8E8E8"/>
                </a:solidFill>
                <a:latin typeface="Trebuchet MS"/>
                <a:cs typeface="Trebuchet MS"/>
              </a:rPr>
              <a:t>task</a:t>
            </a:r>
            <a:r>
              <a:rPr sz="1800" spc="-19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Trebuchet MS"/>
                <a:cs typeface="Trebuchet MS"/>
              </a:rPr>
              <a:t>requests.</a:t>
            </a:r>
            <a:endParaRPr sz="180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297815" algn="l"/>
              </a:tabLst>
            </a:pPr>
            <a:r>
              <a:rPr sz="1800" spc="-10" dirty="0">
                <a:solidFill>
                  <a:srgbClr val="E8E8E8"/>
                </a:solidFill>
                <a:latin typeface="Trebuchet MS"/>
                <a:cs typeface="Trebuchet MS"/>
              </a:rPr>
              <a:t>Accept</a:t>
            </a:r>
            <a:r>
              <a:rPr sz="1800" spc="-19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345" dirty="0">
                <a:solidFill>
                  <a:srgbClr val="E8E8E8"/>
                </a:solidFill>
                <a:latin typeface="Trebuchet MS"/>
                <a:cs typeface="Trebuchet MS"/>
              </a:rPr>
              <a:t>/</a:t>
            </a:r>
            <a:r>
              <a:rPr sz="1800" spc="-14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E8E8E8"/>
                </a:solidFill>
                <a:latin typeface="Trebuchet MS"/>
                <a:cs typeface="Trebuchet MS"/>
              </a:rPr>
              <a:t>Reject</a:t>
            </a:r>
            <a:r>
              <a:rPr sz="1800" spc="-19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E8E8E8"/>
                </a:solidFill>
                <a:latin typeface="Trebuchet MS"/>
                <a:cs typeface="Trebuchet MS"/>
              </a:rPr>
              <a:t>functionality</a:t>
            </a:r>
            <a:r>
              <a:rPr sz="1800" spc="-12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E8E8E8"/>
                </a:solidFill>
                <a:latin typeface="Trebuchet MS"/>
                <a:cs typeface="Trebuchet MS"/>
              </a:rPr>
              <a:t>for</a:t>
            </a:r>
            <a:r>
              <a:rPr sz="1800" spc="-21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E8E8E8"/>
                </a:solidFill>
                <a:latin typeface="Trebuchet MS"/>
                <a:cs typeface="Trebuchet MS"/>
              </a:rPr>
              <a:t>task</a:t>
            </a:r>
            <a:r>
              <a:rPr sz="1800" spc="-19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Trebuchet MS"/>
                <a:cs typeface="Trebuchet MS"/>
              </a:rPr>
              <a:t>owners.</a:t>
            </a:r>
            <a:endParaRPr sz="180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297815" algn="l"/>
              </a:tabLst>
            </a:pPr>
            <a:r>
              <a:rPr sz="1800" spc="-35" dirty="0">
                <a:solidFill>
                  <a:srgbClr val="E8E8E8"/>
                </a:solidFill>
                <a:latin typeface="Trebuchet MS"/>
                <a:cs typeface="Trebuchet MS"/>
              </a:rPr>
              <a:t>Real-</a:t>
            </a:r>
            <a:r>
              <a:rPr sz="1800" spc="-70" dirty="0">
                <a:solidFill>
                  <a:srgbClr val="E8E8E8"/>
                </a:solidFill>
                <a:latin typeface="Trebuchet MS"/>
                <a:cs typeface="Trebuchet MS"/>
              </a:rPr>
              <a:t>time</a:t>
            </a:r>
            <a:r>
              <a:rPr sz="1800" spc="-8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E8E8E8"/>
                </a:solidFill>
                <a:latin typeface="Trebuchet MS"/>
                <a:cs typeface="Trebuchet MS"/>
              </a:rPr>
              <a:t>Notifications</a:t>
            </a:r>
            <a:r>
              <a:rPr sz="1800" spc="-17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E8E8E8"/>
                </a:solidFill>
                <a:latin typeface="Trebuchet MS"/>
                <a:cs typeface="Trebuchet MS"/>
              </a:rPr>
              <a:t>for</a:t>
            </a:r>
            <a:r>
              <a:rPr sz="1800" spc="-20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E8E8E8"/>
                </a:solidFill>
                <a:latin typeface="Trebuchet MS"/>
                <a:cs typeface="Trebuchet MS"/>
              </a:rPr>
              <a:t>task</a:t>
            </a:r>
            <a:r>
              <a:rPr sz="1800" spc="-17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Trebuchet MS"/>
                <a:cs typeface="Trebuchet MS"/>
              </a:rPr>
              <a:t>updates.</a:t>
            </a:r>
            <a:endParaRPr sz="180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spcBef>
                <a:spcPts val="1145"/>
              </a:spcBef>
              <a:buFont typeface="Wingdings"/>
              <a:buChar char=""/>
              <a:tabLst>
                <a:tab pos="297815" algn="l"/>
              </a:tabLst>
            </a:pPr>
            <a:r>
              <a:rPr sz="1800" dirty="0">
                <a:solidFill>
                  <a:srgbClr val="E8E8E8"/>
                </a:solidFill>
                <a:latin typeface="Trebuchet MS"/>
                <a:cs typeface="Trebuchet MS"/>
              </a:rPr>
              <a:t>My</a:t>
            </a:r>
            <a:r>
              <a:rPr sz="1800" spc="-10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E8E8E8"/>
                </a:solidFill>
                <a:latin typeface="Trebuchet MS"/>
                <a:cs typeface="Trebuchet MS"/>
              </a:rPr>
              <a:t>Tasks</a:t>
            </a:r>
            <a:r>
              <a:rPr sz="1800" spc="-8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E8E8E8"/>
                </a:solidFill>
                <a:latin typeface="Trebuchet MS"/>
                <a:cs typeface="Trebuchet MS"/>
              </a:rPr>
              <a:t>and</a:t>
            </a:r>
            <a:r>
              <a:rPr sz="1800" spc="-15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E8E8E8"/>
                </a:solidFill>
                <a:latin typeface="Trebuchet MS"/>
                <a:cs typeface="Trebuchet MS"/>
              </a:rPr>
              <a:t>My</a:t>
            </a:r>
            <a:r>
              <a:rPr sz="1800" spc="-9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E8E8E8"/>
                </a:solidFill>
                <a:latin typeface="Trebuchet MS"/>
                <a:cs typeface="Trebuchet MS"/>
              </a:rPr>
              <a:t>Requests</a:t>
            </a:r>
            <a:r>
              <a:rPr sz="1800" spc="-17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Trebuchet MS"/>
                <a:cs typeface="Trebuchet MS"/>
              </a:rPr>
              <a:t>management.</a:t>
            </a:r>
            <a:endParaRPr sz="180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297815" algn="l"/>
              </a:tabLst>
            </a:pPr>
            <a:r>
              <a:rPr sz="1800" spc="-70" dirty="0">
                <a:solidFill>
                  <a:srgbClr val="E8E8E8"/>
                </a:solidFill>
                <a:latin typeface="Trebuchet MS"/>
                <a:cs typeface="Trebuchet MS"/>
              </a:rPr>
              <a:t>Profile</a:t>
            </a:r>
            <a:r>
              <a:rPr sz="1800" spc="-10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75" dirty="0">
                <a:solidFill>
                  <a:srgbClr val="E8E8E8"/>
                </a:solidFill>
                <a:latin typeface="Trebuchet MS"/>
                <a:cs typeface="Trebuchet MS"/>
              </a:rPr>
              <a:t>C</a:t>
            </a:r>
            <a:r>
              <a:rPr sz="1800" spc="-16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E8E8E8"/>
                </a:solidFill>
                <a:latin typeface="Trebuchet MS"/>
                <a:cs typeface="Trebuchet MS"/>
              </a:rPr>
              <a:t>Settings</a:t>
            </a:r>
            <a:r>
              <a:rPr sz="1800" spc="-18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E8E8E8"/>
                </a:solidFill>
                <a:latin typeface="Trebuchet MS"/>
                <a:cs typeface="Trebuchet MS"/>
              </a:rPr>
              <a:t>for</a:t>
            </a:r>
            <a:r>
              <a:rPr sz="1800" spc="-12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E8E8E8"/>
                </a:solidFill>
                <a:latin typeface="Trebuchet MS"/>
                <a:cs typeface="Trebuchet MS"/>
              </a:rPr>
              <a:t>updating</a:t>
            </a:r>
            <a:r>
              <a:rPr sz="1800" spc="-18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Trebuchet MS"/>
                <a:cs typeface="Trebuchet MS"/>
              </a:rPr>
              <a:t>personal</a:t>
            </a:r>
            <a:r>
              <a:rPr sz="1800" spc="-14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Trebuchet MS"/>
                <a:cs typeface="Trebuchet MS"/>
              </a:rPr>
              <a:t>information.</a:t>
            </a:r>
            <a:endParaRPr sz="180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297815" algn="l"/>
              </a:tabLst>
            </a:pPr>
            <a:r>
              <a:rPr sz="1800" spc="-25" dirty="0">
                <a:solidFill>
                  <a:srgbClr val="E8E8E8"/>
                </a:solidFill>
                <a:latin typeface="Trebuchet MS"/>
                <a:cs typeface="Trebuchet MS"/>
              </a:rPr>
              <a:t>User-</a:t>
            </a:r>
            <a:r>
              <a:rPr sz="1800" spc="-75" dirty="0">
                <a:solidFill>
                  <a:srgbClr val="E8E8E8"/>
                </a:solidFill>
                <a:latin typeface="Trebuchet MS"/>
                <a:cs typeface="Trebuchet MS"/>
              </a:rPr>
              <a:t>friendly</a:t>
            </a:r>
            <a:r>
              <a:rPr sz="1800" spc="-12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E8E8E8"/>
                </a:solidFill>
                <a:latin typeface="Trebuchet MS"/>
                <a:cs typeface="Trebuchet MS"/>
              </a:rPr>
              <a:t>and</a:t>
            </a:r>
            <a:r>
              <a:rPr sz="1800" spc="-16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Trebuchet MS"/>
                <a:cs typeface="Trebuchet MS"/>
              </a:rPr>
              <a:t>responsive</a:t>
            </a:r>
            <a:r>
              <a:rPr sz="1800" spc="-105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Trebuchet MS"/>
                <a:cs typeface="Trebuchet MS"/>
              </a:rPr>
              <a:t>interface.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8625" y="4810125"/>
            <a:ext cx="2609850" cy="523875"/>
            <a:chOff x="428625" y="4810125"/>
            <a:chExt cx="2609850" cy="523875"/>
          </a:xfrm>
        </p:grpSpPr>
        <p:sp>
          <p:nvSpPr>
            <p:cNvPr id="7" name="object 7"/>
            <p:cNvSpPr/>
            <p:nvPr/>
          </p:nvSpPr>
          <p:spPr>
            <a:xfrm>
              <a:off x="438150" y="4819650"/>
              <a:ext cx="2590800" cy="504825"/>
            </a:xfrm>
            <a:custGeom>
              <a:avLst/>
              <a:gdLst/>
              <a:ahLst/>
              <a:cxnLst/>
              <a:rect l="l" t="t" r="r" b="b"/>
              <a:pathLst>
                <a:path w="2590800" h="504825">
                  <a:moveTo>
                    <a:pt x="2590800" y="0"/>
                  </a:moveTo>
                  <a:lnTo>
                    <a:pt x="84137" y="0"/>
                  </a:lnTo>
                  <a:lnTo>
                    <a:pt x="51386" y="6619"/>
                  </a:lnTo>
                  <a:lnTo>
                    <a:pt x="24642" y="24669"/>
                  </a:lnTo>
                  <a:lnTo>
                    <a:pt x="6611" y="51435"/>
                  </a:lnTo>
                  <a:lnTo>
                    <a:pt x="0" y="84200"/>
                  </a:lnTo>
                  <a:lnTo>
                    <a:pt x="0" y="504825"/>
                  </a:lnTo>
                  <a:lnTo>
                    <a:pt x="2506599" y="504825"/>
                  </a:lnTo>
                  <a:lnTo>
                    <a:pt x="2539365" y="498205"/>
                  </a:lnTo>
                  <a:lnTo>
                    <a:pt x="2566130" y="480155"/>
                  </a:lnTo>
                  <a:lnTo>
                    <a:pt x="2584180" y="453390"/>
                  </a:lnTo>
                  <a:lnTo>
                    <a:pt x="2590800" y="420624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8150" y="4819650"/>
              <a:ext cx="2590800" cy="504825"/>
            </a:xfrm>
            <a:custGeom>
              <a:avLst/>
              <a:gdLst/>
              <a:ahLst/>
              <a:cxnLst/>
              <a:rect l="l" t="t" r="r" b="b"/>
              <a:pathLst>
                <a:path w="2590800" h="504825">
                  <a:moveTo>
                    <a:pt x="84137" y="0"/>
                  </a:moveTo>
                  <a:lnTo>
                    <a:pt x="2590800" y="0"/>
                  </a:lnTo>
                  <a:lnTo>
                    <a:pt x="2590800" y="420624"/>
                  </a:lnTo>
                  <a:lnTo>
                    <a:pt x="2584180" y="453390"/>
                  </a:lnTo>
                  <a:lnTo>
                    <a:pt x="2566130" y="480155"/>
                  </a:lnTo>
                  <a:lnTo>
                    <a:pt x="2539365" y="498205"/>
                  </a:lnTo>
                  <a:lnTo>
                    <a:pt x="2506599" y="504825"/>
                  </a:lnTo>
                  <a:lnTo>
                    <a:pt x="0" y="504825"/>
                  </a:lnTo>
                  <a:lnTo>
                    <a:pt x="0" y="84200"/>
                  </a:lnTo>
                  <a:lnTo>
                    <a:pt x="6611" y="51435"/>
                  </a:lnTo>
                  <a:lnTo>
                    <a:pt x="24642" y="24669"/>
                  </a:lnTo>
                  <a:lnTo>
                    <a:pt x="51386" y="6619"/>
                  </a:lnTo>
                  <a:lnTo>
                    <a:pt x="84137" y="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80034" y="4921821"/>
            <a:ext cx="8181340" cy="172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8965" indent="-285750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608965" algn="l"/>
              </a:tabLst>
            </a:pPr>
            <a:r>
              <a:rPr sz="1800" b="1" spc="-10" dirty="0">
                <a:solidFill>
                  <a:srgbClr val="FF0000"/>
                </a:solidFill>
                <a:latin typeface="Trebuchet MS"/>
                <a:cs typeface="Trebuchet MS"/>
              </a:rPr>
              <a:t>Conclusion: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The</a:t>
            </a:r>
            <a:r>
              <a:rPr sz="1800" spc="-5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project</a:t>
            </a:r>
            <a:r>
              <a:rPr sz="1800" spc="1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demonstrates</a:t>
            </a:r>
            <a:r>
              <a:rPr sz="1800" spc="-15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an</a:t>
            </a:r>
            <a:r>
              <a:rPr sz="1800" spc="-35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effective</a:t>
            </a:r>
            <a:r>
              <a:rPr sz="1800" spc="-4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solution</a:t>
            </a:r>
            <a:r>
              <a:rPr sz="1800" spc="-35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for</a:t>
            </a:r>
            <a:r>
              <a:rPr sz="1800" spc="-1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real-time</a:t>
            </a:r>
            <a:r>
              <a:rPr sz="1800" spc="-3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task</a:t>
            </a:r>
            <a:r>
              <a:rPr sz="1800" spc="-5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Arial MT"/>
                <a:cs typeface="Arial MT"/>
              </a:rPr>
              <a:t>collaboration.</a:t>
            </a: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145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It</a:t>
            </a:r>
            <a:r>
              <a:rPr sz="1800" spc="-7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ensures</a:t>
            </a:r>
            <a:r>
              <a:rPr sz="1800" spc="-1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efficient</a:t>
            </a:r>
            <a:r>
              <a:rPr sz="1800" spc="-6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communication</a:t>
            </a:r>
            <a:r>
              <a:rPr sz="1800" spc="-35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between</a:t>
            </a:r>
            <a:r>
              <a:rPr sz="1800" spc="-35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task</a:t>
            </a:r>
            <a:r>
              <a:rPr sz="1800" spc="-1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owners</a:t>
            </a:r>
            <a:r>
              <a:rPr sz="1800" spc="-15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and</a:t>
            </a:r>
            <a:r>
              <a:rPr sz="1800" spc="-3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Arial MT"/>
                <a:cs typeface="Arial MT"/>
              </a:rPr>
              <a:t>helpers.</a:t>
            </a: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070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Provides</a:t>
            </a:r>
            <a:r>
              <a:rPr sz="1800" spc="-2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a</a:t>
            </a:r>
            <a:r>
              <a:rPr sz="1800" spc="-3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scalable</a:t>
            </a:r>
            <a:r>
              <a:rPr sz="1800" spc="-3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and</a:t>
            </a:r>
            <a:r>
              <a:rPr sz="1800" spc="-3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practical</a:t>
            </a:r>
            <a:r>
              <a:rPr sz="1800" spc="-25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approach</a:t>
            </a:r>
            <a:r>
              <a:rPr sz="1800" spc="-35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for</a:t>
            </a:r>
            <a:r>
              <a:rPr sz="1800" spc="-10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8E8E8"/>
                </a:solidFill>
                <a:latin typeface="Arial MT"/>
                <a:cs typeface="Arial MT"/>
              </a:rPr>
              <a:t>real-world</a:t>
            </a:r>
            <a:r>
              <a:rPr sz="1800" spc="-25" dirty="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Arial MT"/>
                <a:cs typeface="Arial MT"/>
              </a:rPr>
              <a:t>applications.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1975" y="447675"/>
            <a:ext cx="2524125" cy="504825"/>
          </a:xfrm>
          <a:prstGeom prst="rect">
            <a:avLst/>
          </a:prstGeom>
          <a:solidFill>
            <a:srgbClr val="00AFEF"/>
          </a:solidFill>
          <a:ln w="19050">
            <a:solidFill>
              <a:srgbClr val="E8E8E8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15"/>
              </a:spcBef>
            </a:pPr>
            <a:r>
              <a:rPr sz="2400" spc="-75" dirty="0">
                <a:solidFill>
                  <a:srgbClr val="FFFF00"/>
                </a:solidFill>
                <a:latin typeface="Trebuchet MS"/>
                <a:cs typeface="Trebuchet MS"/>
              </a:rPr>
              <a:t>Key</a:t>
            </a:r>
            <a:r>
              <a:rPr sz="2400" spc="-245" dirty="0">
                <a:solidFill>
                  <a:srgbClr val="FFFF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Trebuchet MS"/>
                <a:cs typeface="Trebuchet MS"/>
              </a:rPr>
              <a:t>Challenges: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52450" y="1514475"/>
            <a:ext cx="2857500" cy="1857375"/>
            <a:chOff x="552450" y="1514475"/>
            <a:chExt cx="2857500" cy="1857375"/>
          </a:xfrm>
        </p:grpSpPr>
        <p:sp>
          <p:nvSpPr>
            <p:cNvPr id="4" name="object 4"/>
            <p:cNvSpPr/>
            <p:nvPr/>
          </p:nvSpPr>
          <p:spPr>
            <a:xfrm>
              <a:off x="561975" y="1524000"/>
              <a:ext cx="2838450" cy="1838325"/>
            </a:xfrm>
            <a:custGeom>
              <a:avLst/>
              <a:gdLst/>
              <a:ahLst/>
              <a:cxnLst/>
              <a:rect l="l" t="t" r="r" b="b"/>
              <a:pathLst>
                <a:path w="2838450" h="1838325">
                  <a:moveTo>
                    <a:pt x="2531999" y="0"/>
                  </a:moveTo>
                  <a:lnTo>
                    <a:pt x="306387" y="0"/>
                  </a:lnTo>
                  <a:lnTo>
                    <a:pt x="256689" y="4009"/>
                  </a:lnTo>
                  <a:lnTo>
                    <a:pt x="209544" y="15618"/>
                  </a:lnTo>
                  <a:lnTo>
                    <a:pt x="165584" y="34197"/>
                  </a:lnTo>
                  <a:lnTo>
                    <a:pt x="125438" y="59114"/>
                  </a:lnTo>
                  <a:lnTo>
                    <a:pt x="89738" y="89741"/>
                  </a:lnTo>
                  <a:lnTo>
                    <a:pt x="59114" y="125446"/>
                  </a:lnTo>
                  <a:lnTo>
                    <a:pt x="34198" y="165600"/>
                  </a:lnTo>
                  <a:lnTo>
                    <a:pt x="15619" y="209572"/>
                  </a:lnTo>
                  <a:lnTo>
                    <a:pt x="4010" y="256732"/>
                  </a:lnTo>
                  <a:lnTo>
                    <a:pt x="0" y="306450"/>
                  </a:lnTo>
                  <a:lnTo>
                    <a:pt x="0" y="1531874"/>
                  </a:lnTo>
                  <a:lnTo>
                    <a:pt x="4010" y="1581592"/>
                  </a:lnTo>
                  <a:lnTo>
                    <a:pt x="15619" y="1628752"/>
                  </a:lnTo>
                  <a:lnTo>
                    <a:pt x="34198" y="1672724"/>
                  </a:lnTo>
                  <a:lnTo>
                    <a:pt x="59114" y="1712878"/>
                  </a:lnTo>
                  <a:lnTo>
                    <a:pt x="89738" y="1748583"/>
                  </a:lnTo>
                  <a:lnTo>
                    <a:pt x="125438" y="1779210"/>
                  </a:lnTo>
                  <a:lnTo>
                    <a:pt x="165584" y="1804127"/>
                  </a:lnTo>
                  <a:lnTo>
                    <a:pt x="209544" y="1822706"/>
                  </a:lnTo>
                  <a:lnTo>
                    <a:pt x="256689" y="1834315"/>
                  </a:lnTo>
                  <a:lnTo>
                    <a:pt x="306387" y="1838325"/>
                  </a:lnTo>
                  <a:lnTo>
                    <a:pt x="2531999" y="1838325"/>
                  </a:lnTo>
                  <a:lnTo>
                    <a:pt x="2581717" y="1834315"/>
                  </a:lnTo>
                  <a:lnTo>
                    <a:pt x="2628877" y="1822706"/>
                  </a:lnTo>
                  <a:lnTo>
                    <a:pt x="2672849" y="1804127"/>
                  </a:lnTo>
                  <a:lnTo>
                    <a:pt x="2713003" y="1779210"/>
                  </a:lnTo>
                  <a:lnTo>
                    <a:pt x="2748708" y="1748583"/>
                  </a:lnTo>
                  <a:lnTo>
                    <a:pt x="2779335" y="1712878"/>
                  </a:lnTo>
                  <a:lnTo>
                    <a:pt x="2804252" y="1672724"/>
                  </a:lnTo>
                  <a:lnTo>
                    <a:pt x="2822831" y="1628752"/>
                  </a:lnTo>
                  <a:lnTo>
                    <a:pt x="2834440" y="1581592"/>
                  </a:lnTo>
                  <a:lnTo>
                    <a:pt x="2838450" y="1531874"/>
                  </a:lnTo>
                  <a:lnTo>
                    <a:pt x="2838450" y="306450"/>
                  </a:lnTo>
                  <a:lnTo>
                    <a:pt x="2834440" y="256732"/>
                  </a:lnTo>
                  <a:lnTo>
                    <a:pt x="2822831" y="209572"/>
                  </a:lnTo>
                  <a:lnTo>
                    <a:pt x="2804252" y="165600"/>
                  </a:lnTo>
                  <a:lnTo>
                    <a:pt x="2779335" y="125446"/>
                  </a:lnTo>
                  <a:lnTo>
                    <a:pt x="2748708" y="89741"/>
                  </a:lnTo>
                  <a:lnTo>
                    <a:pt x="2713003" y="59114"/>
                  </a:lnTo>
                  <a:lnTo>
                    <a:pt x="2672849" y="34197"/>
                  </a:lnTo>
                  <a:lnTo>
                    <a:pt x="2628877" y="15618"/>
                  </a:lnTo>
                  <a:lnTo>
                    <a:pt x="2581717" y="4009"/>
                  </a:lnTo>
                  <a:lnTo>
                    <a:pt x="2531999" y="0"/>
                  </a:lnTo>
                  <a:close/>
                </a:path>
              </a:pathLst>
            </a:custGeom>
            <a:solidFill>
              <a:srgbClr val="163D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1975" y="1524000"/>
              <a:ext cx="2838450" cy="1838325"/>
            </a:xfrm>
            <a:custGeom>
              <a:avLst/>
              <a:gdLst/>
              <a:ahLst/>
              <a:cxnLst/>
              <a:rect l="l" t="t" r="r" b="b"/>
              <a:pathLst>
                <a:path w="2838450" h="1838325">
                  <a:moveTo>
                    <a:pt x="0" y="306450"/>
                  </a:moveTo>
                  <a:lnTo>
                    <a:pt x="4010" y="256732"/>
                  </a:lnTo>
                  <a:lnTo>
                    <a:pt x="15619" y="209572"/>
                  </a:lnTo>
                  <a:lnTo>
                    <a:pt x="34198" y="165600"/>
                  </a:lnTo>
                  <a:lnTo>
                    <a:pt x="59114" y="125446"/>
                  </a:lnTo>
                  <a:lnTo>
                    <a:pt x="89738" y="89741"/>
                  </a:lnTo>
                  <a:lnTo>
                    <a:pt x="125438" y="59114"/>
                  </a:lnTo>
                  <a:lnTo>
                    <a:pt x="165584" y="34197"/>
                  </a:lnTo>
                  <a:lnTo>
                    <a:pt x="209544" y="15618"/>
                  </a:lnTo>
                  <a:lnTo>
                    <a:pt x="256689" y="4009"/>
                  </a:lnTo>
                  <a:lnTo>
                    <a:pt x="306387" y="0"/>
                  </a:lnTo>
                  <a:lnTo>
                    <a:pt x="2531999" y="0"/>
                  </a:lnTo>
                  <a:lnTo>
                    <a:pt x="2581717" y="4009"/>
                  </a:lnTo>
                  <a:lnTo>
                    <a:pt x="2628877" y="15618"/>
                  </a:lnTo>
                  <a:lnTo>
                    <a:pt x="2672849" y="34197"/>
                  </a:lnTo>
                  <a:lnTo>
                    <a:pt x="2713003" y="59114"/>
                  </a:lnTo>
                  <a:lnTo>
                    <a:pt x="2748708" y="89741"/>
                  </a:lnTo>
                  <a:lnTo>
                    <a:pt x="2779335" y="125446"/>
                  </a:lnTo>
                  <a:lnTo>
                    <a:pt x="2804252" y="165600"/>
                  </a:lnTo>
                  <a:lnTo>
                    <a:pt x="2822831" y="209572"/>
                  </a:lnTo>
                  <a:lnTo>
                    <a:pt x="2834440" y="256732"/>
                  </a:lnTo>
                  <a:lnTo>
                    <a:pt x="2838450" y="306450"/>
                  </a:lnTo>
                  <a:lnTo>
                    <a:pt x="2838450" y="1531874"/>
                  </a:lnTo>
                  <a:lnTo>
                    <a:pt x="2834440" y="1581592"/>
                  </a:lnTo>
                  <a:lnTo>
                    <a:pt x="2822831" y="1628752"/>
                  </a:lnTo>
                  <a:lnTo>
                    <a:pt x="2804252" y="1672724"/>
                  </a:lnTo>
                  <a:lnTo>
                    <a:pt x="2779335" y="1712878"/>
                  </a:lnTo>
                  <a:lnTo>
                    <a:pt x="2748708" y="1748583"/>
                  </a:lnTo>
                  <a:lnTo>
                    <a:pt x="2713003" y="1779210"/>
                  </a:lnTo>
                  <a:lnTo>
                    <a:pt x="2672849" y="1804127"/>
                  </a:lnTo>
                  <a:lnTo>
                    <a:pt x="2628877" y="1822706"/>
                  </a:lnTo>
                  <a:lnTo>
                    <a:pt x="2581717" y="1834315"/>
                  </a:lnTo>
                  <a:lnTo>
                    <a:pt x="2531999" y="1838325"/>
                  </a:lnTo>
                  <a:lnTo>
                    <a:pt x="306387" y="1838325"/>
                  </a:lnTo>
                  <a:lnTo>
                    <a:pt x="256689" y="1834315"/>
                  </a:lnTo>
                  <a:lnTo>
                    <a:pt x="209544" y="1822706"/>
                  </a:lnTo>
                  <a:lnTo>
                    <a:pt x="165584" y="1804127"/>
                  </a:lnTo>
                  <a:lnTo>
                    <a:pt x="125438" y="1779210"/>
                  </a:lnTo>
                  <a:lnTo>
                    <a:pt x="89738" y="1748583"/>
                  </a:lnTo>
                  <a:lnTo>
                    <a:pt x="59114" y="1712878"/>
                  </a:lnTo>
                  <a:lnTo>
                    <a:pt x="34198" y="1672724"/>
                  </a:lnTo>
                  <a:lnTo>
                    <a:pt x="15619" y="1628752"/>
                  </a:lnTo>
                  <a:lnTo>
                    <a:pt x="4010" y="1581592"/>
                  </a:lnTo>
                  <a:lnTo>
                    <a:pt x="0" y="1531874"/>
                  </a:lnTo>
                  <a:lnTo>
                    <a:pt x="0" y="306450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210050" y="1514475"/>
            <a:ext cx="2857500" cy="1857375"/>
            <a:chOff x="4210050" y="1514475"/>
            <a:chExt cx="2857500" cy="1857375"/>
          </a:xfrm>
        </p:grpSpPr>
        <p:sp>
          <p:nvSpPr>
            <p:cNvPr id="7" name="object 7"/>
            <p:cNvSpPr/>
            <p:nvPr/>
          </p:nvSpPr>
          <p:spPr>
            <a:xfrm>
              <a:off x="4219575" y="1524000"/>
              <a:ext cx="2838450" cy="1838325"/>
            </a:xfrm>
            <a:custGeom>
              <a:avLst/>
              <a:gdLst/>
              <a:ahLst/>
              <a:cxnLst/>
              <a:rect l="l" t="t" r="r" b="b"/>
              <a:pathLst>
                <a:path w="2838450" h="1838325">
                  <a:moveTo>
                    <a:pt x="2531999" y="0"/>
                  </a:moveTo>
                  <a:lnTo>
                    <a:pt x="306450" y="0"/>
                  </a:lnTo>
                  <a:lnTo>
                    <a:pt x="256732" y="4009"/>
                  </a:lnTo>
                  <a:lnTo>
                    <a:pt x="209572" y="15618"/>
                  </a:lnTo>
                  <a:lnTo>
                    <a:pt x="165600" y="34197"/>
                  </a:lnTo>
                  <a:lnTo>
                    <a:pt x="125446" y="59114"/>
                  </a:lnTo>
                  <a:lnTo>
                    <a:pt x="89741" y="89741"/>
                  </a:lnTo>
                  <a:lnTo>
                    <a:pt x="59114" y="125446"/>
                  </a:lnTo>
                  <a:lnTo>
                    <a:pt x="34197" y="165600"/>
                  </a:lnTo>
                  <a:lnTo>
                    <a:pt x="15618" y="209572"/>
                  </a:lnTo>
                  <a:lnTo>
                    <a:pt x="4009" y="256732"/>
                  </a:lnTo>
                  <a:lnTo>
                    <a:pt x="0" y="306450"/>
                  </a:lnTo>
                  <a:lnTo>
                    <a:pt x="0" y="1531874"/>
                  </a:lnTo>
                  <a:lnTo>
                    <a:pt x="4009" y="1581592"/>
                  </a:lnTo>
                  <a:lnTo>
                    <a:pt x="15618" y="1628752"/>
                  </a:lnTo>
                  <a:lnTo>
                    <a:pt x="34197" y="1672724"/>
                  </a:lnTo>
                  <a:lnTo>
                    <a:pt x="59114" y="1712878"/>
                  </a:lnTo>
                  <a:lnTo>
                    <a:pt x="89741" y="1748583"/>
                  </a:lnTo>
                  <a:lnTo>
                    <a:pt x="125446" y="1779210"/>
                  </a:lnTo>
                  <a:lnTo>
                    <a:pt x="165600" y="1804127"/>
                  </a:lnTo>
                  <a:lnTo>
                    <a:pt x="209572" y="1822706"/>
                  </a:lnTo>
                  <a:lnTo>
                    <a:pt x="256732" y="1834315"/>
                  </a:lnTo>
                  <a:lnTo>
                    <a:pt x="306450" y="1838325"/>
                  </a:lnTo>
                  <a:lnTo>
                    <a:pt x="2531999" y="1838325"/>
                  </a:lnTo>
                  <a:lnTo>
                    <a:pt x="2581717" y="1834315"/>
                  </a:lnTo>
                  <a:lnTo>
                    <a:pt x="2628877" y="1822706"/>
                  </a:lnTo>
                  <a:lnTo>
                    <a:pt x="2672849" y="1804127"/>
                  </a:lnTo>
                  <a:lnTo>
                    <a:pt x="2713003" y="1779210"/>
                  </a:lnTo>
                  <a:lnTo>
                    <a:pt x="2748708" y="1748583"/>
                  </a:lnTo>
                  <a:lnTo>
                    <a:pt x="2779335" y="1712878"/>
                  </a:lnTo>
                  <a:lnTo>
                    <a:pt x="2804252" y="1672724"/>
                  </a:lnTo>
                  <a:lnTo>
                    <a:pt x="2822831" y="1628752"/>
                  </a:lnTo>
                  <a:lnTo>
                    <a:pt x="2834440" y="1581592"/>
                  </a:lnTo>
                  <a:lnTo>
                    <a:pt x="2838450" y="1531874"/>
                  </a:lnTo>
                  <a:lnTo>
                    <a:pt x="2838450" y="306450"/>
                  </a:lnTo>
                  <a:lnTo>
                    <a:pt x="2834440" y="256732"/>
                  </a:lnTo>
                  <a:lnTo>
                    <a:pt x="2822831" y="209572"/>
                  </a:lnTo>
                  <a:lnTo>
                    <a:pt x="2804252" y="165600"/>
                  </a:lnTo>
                  <a:lnTo>
                    <a:pt x="2779335" y="125446"/>
                  </a:lnTo>
                  <a:lnTo>
                    <a:pt x="2748708" y="89741"/>
                  </a:lnTo>
                  <a:lnTo>
                    <a:pt x="2713003" y="59114"/>
                  </a:lnTo>
                  <a:lnTo>
                    <a:pt x="2672849" y="34197"/>
                  </a:lnTo>
                  <a:lnTo>
                    <a:pt x="2628877" y="15618"/>
                  </a:lnTo>
                  <a:lnTo>
                    <a:pt x="2581717" y="4009"/>
                  </a:lnTo>
                  <a:lnTo>
                    <a:pt x="2531999" y="0"/>
                  </a:lnTo>
                  <a:close/>
                </a:path>
              </a:pathLst>
            </a:custGeom>
            <a:solidFill>
              <a:srgbClr val="163D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19575" y="1524000"/>
              <a:ext cx="2838450" cy="1838325"/>
            </a:xfrm>
            <a:custGeom>
              <a:avLst/>
              <a:gdLst/>
              <a:ahLst/>
              <a:cxnLst/>
              <a:rect l="l" t="t" r="r" b="b"/>
              <a:pathLst>
                <a:path w="2838450" h="1838325">
                  <a:moveTo>
                    <a:pt x="0" y="306450"/>
                  </a:moveTo>
                  <a:lnTo>
                    <a:pt x="4009" y="256732"/>
                  </a:lnTo>
                  <a:lnTo>
                    <a:pt x="15618" y="209572"/>
                  </a:lnTo>
                  <a:lnTo>
                    <a:pt x="34197" y="165600"/>
                  </a:lnTo>
                  <a:lnTo>
                    <a:pt x="59114" y="125446"/>
                  </a:lnTo>
                  <a:lnTo>
                    <a:pt x="89741" y="89741"/>
                  </a:lnTo>
                  <a:lnTo>
                    <a:pt x="125446" y="59114"/>
                  </a:lnTo>
                  <a:lnTo>
                    <a:pt x="165600" y="34197"/>
                  </a:lnTo>
                  <a:lnTo>
                    <a:pt x="209572" y="15618"/>
                  </a:lnTo>
                  <a:lnTo>
                    <a:pt x="256732" y="4009"/>
                  </a:lnTo>
                  <a:lnTo>
                    <a:pt x="306450" y="0"/>
                  </a:lnTo>
                  <a:lnTo>
                    <a:pt x="2531999" y="0"/>
                  </a:lnTo>
                  <a:lnTo>
                    <a:pt x="2581717" y="4009"/>
                  </a:lnTo>
                  <a:lnTo>
                    <a:pt x="2628877" y="15618"/>
                  </a:lnTo>
                  <a:lnTo>
                    <a:pt x="2672849" y="34197"/>
                  </a:lnTo>
                  <a:lnTo>
                    <a:pt x="2713003" y="59114"/>
                  </a:lnTo>
                  <a:lnTo>
                    <a:pt x="2748708" y="89741"/>
                  </a:lnTo>
                  <a:lnTo>
                    <a:pt x="2779335" y="125446"/>
                  </a:lnTo>
                  <a:lnTo>
                    <a:pt x="2804252" y="165600"/>
                  </a:lnTo>
                  <a:lnTo>
                    <a:pt x="2822831" y="209572"/>
                  </a:lnTo>
                  <a:lnTo>
                    <a:pt x="2834440" y="256732"/>
                  </a:lnTo>
                  <a:lnTo>
                    <a:pt x="2838450" y="306450"/>
                  </a:lnTo>
                  <a:lnTo>
                    <a:pt x="2838450" y="1531874"/>
                  </a:lnTo>
                  <a:lnTo>
                    <a:pt x="2834440" y="1581592"/>
                  </a:lnTo>
                  <a:lnTo>
                    <a:pt x="2822831" y="1628752"/>
                  </a:lnTo>
                  <a:lnTo>
                    <a:pt x="2804252" y="1672724"/>
                  </a:lnTo>
                  <a:lnTo>
                    <a:pt x="2779335" y="1712878"/>
                  </a:lnTo>
                  <a:lnTo>
                    <a:pt x="2748708" y="1748583"/>
                  </a:lnTo>
                  <a:lnTo>
                    <a:pt x="2713003" y="1779210"/>
                  </a:lnTo>
                  <a:lnTo>
                    <a:pt x="2672849" y="1804127"/>
                  </a:lnTo>
                  <a:lnTo>
                    <a:pt x="2628877" y="1822706"/>
                  </a:lnTo>
                  <a:lnTo>
                    <a:pt x="2581717" y="1834315"/>
                  </a:lnTo>
                  <a:lnTo>
                    <a:pt x="2531999" y="1838325"/>
                  </a:lnTo>
                  <a:lnTo>
                    <a:pt x="306450" y="1838325"/>
                  </a:lnTo>
                  <a:lnTo>
                    <a:pt x="256732" y="1834315"/>
                  </a:lnTo>
                  <a:lnTo>
                    <a:pt x="209572" y="1822706"/>
                  </a:lnTo>
                  <a:lnTo>
                    <a:pt x="165600" y="1804127"/>
                  </a:lnTo>
                  <a:lnTo>
                    <a:pt x="125446" y="1779210"/>
                  </a:lnTo>
                  <a:lnTo>
                    <a:pt x="89741" y="1748583"/>
                  </a:lnTo>
                  <a:lnTo>
                    <a:pt x="59114" y="1712878"/>
                  </a:lnTo>
                  <a:lnTo>
                    <a:pt x="34197" y="1672724"/>
                  </a:lnTo>
                  <a:lnTo>
                    <a:pt x="15618" y="1628752"/>
                  </a:lnTo>
                  <a:lnTo>
                    <a:pt x="4009" y="1581592"/>
                  </a:lnTo>
                  <a:lnTo>
                    <a:pt x="0" y="1531874"/>
                  </a:lnTo>
                  <a:lnTo>
                    <a:pt x="0" y="306450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020050" y="1514475"/>
            <a:ext cx="2857500" cy="1857375"/>
            <a:chOff x="8020050" y="1514475"/>
            <a:chExt cx="2857500" cy="1857375"/>
          </a:xfrm>
        </p:grpSpPr>
        <p:sp>
          <p:nvSpPr>
            <p:cNvPr id="10" name="object 10"/>
            <p:cNvSpPr/>
            <p:nvPr/>
          </p:nvSpPr>
          <p:spPr>
            <a:xfrm>
              <a:off x="8029575" y="1524000"/>
              <a:ext cx="2838450" cy="1838325"/>
            </a:xfrm>
            <a:custGeom>
              <a:avLst/>
              <a:gdLst/>
              <a:ahLst/>
              <a:cxnLst/>
              <a:rect l="l" t="t" r="r" b="b"/>
              <a:pathLst>
                <a:path w="2838450" h="1838325">
                  <a:moveTo>
                    <a:pt x="2531999" y="0"/>
                  </a:moveTo>
                  <a:lnTo>
                    <a:pt x="306450" y="0"/>
                  </a:lnTo>
                  <a:lnTo>
                    <a:pt x="256732" y="4009"/>
                  </a:lnTo>
                  <a:lnTo>
                    <a:pt x="209572" y="15618"/>
                  </a:lnTo>
                  <a:lnTo>
                    <a:pt x="165600" y="34197"/>
                  </a:lnTo>
                  <a:lnTo>
                    <a:pt x="125446" y="59114"/>
                  </a:lnTo>
                  <a:lnTo>
                    <a:pt x="89741" y="89741"/>
                  </a:lnTo>
                  <a:lnTo>
                    <a:pt x="59114" y="125446"/>
                  </a:lnTo>
                  <a:lnTo>
                    <a:pt x="34197" y="165600"/>
                  </a:lnTo>
                  <a:lnTo>
                    <a:pt x="15618" y="209572"/>
                  </a:lnTo>
                  <a:lnTo>
                    <a:pt x="4009" y="256732"/>
                  </a:lnTo>
                  <a:lnTo>
                    <a:pt x="0" y="306450"/>
                  </a:lnTo>
                  <a:lnTo>
                    <a:pt x="0" y="1531874"/>
                  </a:lnTo>
                  <a:lnTo>
                    <a:pt x="4009" y="1581592"/>
                  </a:lnTo>
                  <a:lnTo>
                    <a:pt x="15618" y="1628752"/>
                  </a:lnTo>
                  <a:lnTo>
                    <a:pt x="34197" y="1672724"/>
                  </a:lnTo>
                  <a:lnTo>
                    <a:pt x="59114" y="1712878"/>
                  </a:lnTo>
                  <a:lnTo>
                    <a:pt x="89741" y="1748583"/>
                  </a:lnTo>
                  <a:lnTo>
                    <a:pt x="125446" y="1779210"/>
                  </a:lnTo>
                  <a:lnTo>
                    <a:pt x="165600" y="1804127"/>
                  </a:lnTo>
                  <a:lnTo>
                    <a:pt x="209572" y="1822706"/>
                  </a:lnTo>
                  <a:lnTo>
                    <a:pt x="256732" y="1834315"/>
                  </a:lnTo>
                  <a:lnTo>
                    <a:pt x="306450" y="1838325"/>
                  </a:lnTo>
                  <a:lnTo>
                    <a:pt x="2531999" y="1838325"/>
                  </a:lnTo>
                  <a:lnTo>
                    <a:pt x="2581717" y="1834315"/>
                  </a:lnTo>
                  <a:lnTo>
                    <a:pt x="2628877" y="1822706"/>
                  </a:lnTo>
                  <a:lnTo>
                    <a:pt x="2672849" y="1804127"/>
                  </a:lnTo>
                  <a:lnTo>
                    <a:pt x="2713003" y="1779210"/>
                  </a:lnTo>
                  <a:lnTo>
                    <a:pt x="2748708" y="1748583"/>
                  </a:lnTo>
                  <a:lnTo>
                    <a:pt x="2779335" y="1712878"/>
                  </a:lnTo>
                  <a:lnTo>
                    <a:pt x="2804252" y="1672724"/>
                  </a:lnTo>
                  <a:lnTo>
                    <a:pt x="2822831" y="1628752"/>
                  </a:lnTo>
                  <a:lnTo>
                    <a:pt x="2834440" y="1581592"/>
                  </a:lnTo>
                  <a:lnTo>
                    <a:pt x="2838450" y="1531874"/>
                  </a:lnTo>
                  <a:lnTo>
                    <a:pt x="2838450" y="306450"/>
                  </a:lnTo>
                  <a:lnTo>
                    <a:pt x="2834440" y="256732"/>
                  </a:lnTo>
                  <a:lnTo>
                    <a:pt x="2822831" y="209572"/>
                  </a:lnTo>
                  <a:lnTo>
                    <a:pt x="2804252" y="165600"/>
                  </a:lnTo>
                  <a:lnTo>
                    <a:pt x="2779335" y="125446"/>
                  </a:lnTo>
                  <a:lnTo>
                    <a:pt x="2748708" y="89741"/>
                  </a:lnTo>
                  <a:lnTo>
                    <a:pt x="2713003" y="59114"/>
                  </a:lnTo>
                  <a:lnTo>
                    <a:pt x="2672849" y="34197"/>
                  </a:lnTo>
                  <a:lnTo>
                    <a:pt x="2628877" y="15618"/>
                  </a:lnTo>
                  <a:lnTo>
                    <a:pt x="2581717" y="4009"/>
                  </a:lnTo>
                  <a:lnTo>
                    <a:pt x="2531999" y="0"/>
                  </a:lnTo>
                  <a:close/>
                </a:path>
              </a:pathLst>
            </a:custGeom>
            <a:solidFill>
              <a:srgbClr val="163D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9575" y="1524000"/>
              <a:ext cx="2838450" cy="1838325"/>
            </a:xfrm>
            <a:custGeom>
              <a:avLst/>
              <a:gdLst/>
              <a:ahLst/>
              <a:cxnLst/>
              <a:rect l="l" t="t" r="r" b="b"/>
              <a:pathLst>
                <a:path w="2838450" h="1838325">
                  <a:moveTo>
                    <a:pt x="0" y="306450"/>
                  </a:moveTo>
                  <a:lnTo>
                    <a:pt x="4009" y="256732"/>
                  </a:lnTo>
                  <a:lnTo>
                    <a:pt x="15618" y="209572"/>
                  </a:lnTo>
                  <a:lnTo>
                    <a:pt x="34197" y="165600"/>
                  </a:lnTo>
                  <a:lnTo>
                    <a:pt x="59114" y="125446"/>
                  </a:lnTo>
                  <a:lnTo>
                    <a:pt x="89741" y="89741"/>
                  </a:lnTo>
                  <a:lnTo>
                    <a:pt x="125446" y="59114"/>
                  </a:lnTo>
                  <a:lnTo>
                    <a:pt x="165600" y="34197"/>
                  </a:lnTo>
                  <a:lnTo>
                    <a:pt x="209572" y="15618"/>
                  </a:lnTo>
                  <a:lnTo>
                    <a:pt x="256732" y="4009"/>
                  </a:lnTo>
                  <a:lnTo>
                    <a:pt x="306450" y="0"/>
                  </a:lnTo>
                  <a:lnTo>
                    <a:pt x="2531999" y="0"/>
                  </a:lnTo>
                  <a:lnTo>
                    <a:pt x="2581717" y="4009"/>
                  </a:lnTo>
                  <a:lnTo>
                    <a:pt x="2628877" y="15618"/>
                  </a:lnTo>
                  <a:lnTo>
                    <a:pt x="2672849" y="34197"/>
                  </a:lnTo>
                  <a:lnTo>
                    <a:pt x="2713003" y="59114"/>
                  </a:lnTo>
                  <a:lnTo>
                    <a:pt x="2748708" y="89741"/>
                  </a:lnTo>
                  <a:lnTo>
                    <a:pt x="2779335" y="125446"/>
                  </a:lnTo>
                  <a:lnTo>
                    <a:pt x="2804252" y="165600"/>
                  </a:lnTo>
                  <a:lnTo>
                    <a:pt x="2822831" y="209572"/>
                  </a:lnTo>
                  <a:lnTo>
                    <a:pt x="2834440" y="256732"/>
                  </a:lnTo>
                  <a:lnTo>
                    <a:pt x="2838450" y="306450"/>
                  </a:lnTo>
                  <a:lnTo>
                    <a:pt x="2838450" y="1531874"/>
                  </a:lnTo>
                  <a:lnTo>
                    <a:pt x="2834440" y="1581592"/>
                  </a:lnTo>
                  <a:lnTo>
                    <a:pt x="2822831" y="1628752"/>
                  </a:lnTo>
                  <a:lnTo>
                    <a:pt x="2804252" y="1672724"/>
                  </a:lnTo>
                  <a:lnTo>
                    <a:pt x="2779335" y="1712878"/>
                  </a:lnTo>
                  <a:lnTo>
                    <a:pt x="2748708" y="1748583"/>
                  </a:lnTo>
                  <a:lnTo>
                    <a:pt x="2713003" y="1779210"/>
                  </a:lnTo>
                  <a:lnTo>
                    <a:pt x="2672849" y="1804127"/>
                  </a:lnTo>
                  <a:lnTo>
                    <a:pt x="2628877" y="1822706"/>
                  </a:lnTo>
                  <a:lnTo>
                    <a:pt x="2581717" y="1834315"/>
                  </a:lnTo>
                  <a:lnTo>
                    <a:pt x="2531999" y="1838325"/>
                  </a:lnTo>
                  <a:lnTo>
                    <a:pt x="306450" y="1838325"/>
                  </a:lnTo>
                  <a:lnTo>
                    <a:pt x="256732" y="1834315"/>
                  </a:lnTo>
                  <a:lnTo>
                    <a:pt x="209572" y="1822706"/>
                  </a:lnTo>
                  <a:lnTo>
                    <a:pt x="165600" y="1804127"/>
                  </a:lnTo>
                  <a:lnTo>
                    <a:pt x="125446" y="1779210"/>
                  </a:lnTo>
                  <a:lnTo>
                    <a:pt x="89741" y="1748583"/>
                  </a:lnTo>
                  <a:lnTo>
                    <a:pt x="59114" y="1712878"/>
                  </a:lnTo>
                  <a:lnTo>
                    <a:pt x="34197" y="1672724"/>
                  </a:lnTo>
                  <a:lnTo>
                    <a:pt x="15618" y="1628752"/>
                  </a:lnTo>
                  <a:lnTo>
                    <a:pt x="4009" y="1581592"/>
                  </a:lnTo>
                  <a:lnTo>
                    <a:pt x="0" y="1531874"/>
                  </a:lnTo>
                  <a:lnTo>
                    <a:pt x="0" y="306450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381250" y="4295775"/>
            <a:ext cx="2857500" cy="1857375"/>
            <a:chOff x="2381250" y="4295775"/>
            <a:chExt cx="2857500" cy="1857375"/>
          </a:xfrm>
        </p:grpSpPr>
        <p:sp>
          <p:nvSpPr>
            <p:cNvPr id="13" name="object 13"/>
            <p:cNvSpPr/>
            <p:nvPr/>
          </p:nvSpPr>
          <p:spPr>
            <a:xfrm>
              <a:off x="2390775" y="4305300"/>
              <a:ext cx="2838450" cy="1838325"/>
            </a:xfrm>
            <a:custGeom>
              <a:avLst/>
              <a:gdLst/>
              <a:ahLst/>
              <a:cxnLst/>
              <a:rect l="l" t="t" r="r" b="b"/>
              <a:pathLst>
                <a:path w="2838450" h="1838325">
                  <a:moveTo>
                    <a:pt x="2531999" y="0"/>
                  </a:moveTo>
                  <a:lnTo>
                    <a:pt x="306450" y="0"/>
                  </a:lnTo>
                  <a:lnTo>
                    <a:pt x="256732" y="4009"/>
                  </a:lnTo>
                  <a:lnTo>
                    <a:pt x="209572" y="15618"/>
                  </a:lnTo>
                  <a:lnTo>
                    <a:pt x="165600" y="34197"/>
                  </a:lnTo>
                  <a:lnTo>
                    <a:pt x="125446" y="59114"/>
                  </a:lnTo>
                  <a:lnTo>
                    <a:pt x="89741" y="89741"/>
                  </a:lnTo>
                  <a:lnTo>
                    <a:pt x="59114" y="125446"/>
                  </a:lnTo>
                  <a:lnTo>
                    <a:pt x="34197" y="165600"/>
                  </a:lnTo>
                  <a:lnTo>
                    <a:pt x="15618" y="209572"/>
                  </a:lnTo>
                  <a:lnTo>
                    <a:pt x="4009" y="256732"/>
                  </a:lnTo>
                  <a:lnTo>
                    <a:pt x="0" y="306450"/>
                  </a:lnTo>
                  <a:lnTo>
                    <a:pt x="0" y="1531937"/>
                  </a:lnTo>
                  <a:lnTo>
                    <a:pt x="4009" y="1581635"/>
                  </a:lnTo>
                  <a:lnTo>
                    <a:pt x="15618" y="1628780"/>
                  </a:lnTo>
                  <a:lnTo>
                    <a:pt x="34197" y="1672740"/>
                  </a:lnTo>
                  <a:lnTo>
                    <a:pt x="59114" y="1712886"/>
                  </a:lnTo>
                  <a:lnTo>
                    <a:pt x="89741" y="1748586"/>
                  </a:lnTo>
                  <a:lnTo>
                    <a:pt x="125446" y="1779210"/>
                  </a:lnTo>
                  <a:lnTo>
                    <a:pt x="165600" y="1804126"/>
                  </a:lnTo>
                  <a:lnTo>
                    <a:pt x="209572" y="1822705"/>
                  </a:lnTo>
                  <a:lnTo>
                    <a:pt x="256732" y="1834314"/>
                  </a:lnTo>
                  <a:lnTo>
                    <a:pt x="306450" y="1838325"/>
                  </a:lnTo>
                  <a:lnTo>
                    <a:pt x="2531999" y="1838325"/>
                  </a:lnTo>
                  <a:lnTo>
                    <a:pt x="2581717" y="1834314"/>
                  </a:lnTo>
                  <a:lnTo>
                    <a:pt x="2628877" y="1822705"/>
                  </a:lnTo>
                  <a:lnTo>
                    <a:pt x="2672849" y="1804126"/>
                  </a:lnTo>
                  <a:lnTo>
                    <a:pt x="2713003" y="1779210"/>
                  </a:lnTo>
                  <a:lnTo>
                    <a:pt x="2748708" y="1748586"/>
                  </a:lnTo>
                  <a:lnTo>
                    <a:pt x="2779335" y="1712886"/>
                  </a:lnTo>
                  <a:lnTo>
                    <a:pt x="2804252" y="1672740"/>
                  </a:lnTo>
                  <a:lnTo>
                    <a:pt x="2822831" y="1628780"/>
                  </a:lnTo>
                  <a:lnTo>
                    <a:pt x="2834440" y="1581635"/>
                  </a:lnTo>
                  <a:lnTo>
                    <a:pt x="2838450" y="1531937"/>
                  </a:lnTo>
                  <a:lnTo>
                    <a:pt x="2838450" y="306450"/>
                  </a:lnTo>
                  <a:lnTo>
                    <a:pt x="2834440" y="256732"/>
                  </a:lnTo>
                  <a:lnTo>
                    <a:pt x="2822831" y="209572"/>
                  </a:lnTo>
                  <a:lnTo>
                    <a:pt x="2804252" y="165600"/>
                  </a:lnTo>
                  <a:lnTo>
                    <a:pt x="2779335" y="125446"/>
                  </a:lnTo>
                  <a:lnTo>
                    <a:pt x="2748708" y="89741"/>
                  </a:lnTo>
                  <a:lnTo>
                    <a:pt x="2713003" y="59114"/>
                  </a:lnTo>
                  <a:lnTo>
                    <a:pt x="2672849" y="34197"/>
                  </a:lnTo>
                  <a:lnTo>
                    <a:pt x="2628877" y="15618"/>
                  </a:lnTo>
                  <a:lnTo>
                    <a:pt x="2581717" y="4009"/>
                  </a:lnTo>
                  <a:lnTo>
                    <a:pt x="2531999" y="0"/>
                  </a:lnTo>
                  <a:close/>
                </a:path>
              </a:pathLst>
            </a:custGeom>
            <a:solidFill>
              <a:srgbClr val="163D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90775" y="4305300"/>
              <a:ext cx="2838450" cy="1838325"/>
            </a:xfrm>
            <a:custGeom>
              <a:avLst/>
              <a:gdLst/>
              <a:ahLst/>
              <a:cxnLst/>
              <a:rect l="l" t="t" r="r" b="b"/>
              <a:pathLst>
                <a:path w="2838450" h="1838325">
                  <a:moveTo>
                    <a:pt x="0" y="306450"/>
                  </a:moveTo>
                  <a:lnTo>
                    <a:pt x="4009" y="256732"/>
                  </a:lnTo>
                  <a:lnTo>
                    <a:pt x="15618" y="209572"/>
                  </a:lnTo>
                  <a:lnTo>
                    <a:pt x="34197" y="165600"/>
                  </a:lnTo>
                  <a:lnTo>
                    <a:pt x="59114" y="125446"/>
                  </a:lnTo>
                  <a:lnTo>
                    <a:pt x="89741" y="89741"/>
                  </a:lnTo>
                  <a:lnTo>
                    <a:pt x="125446" y="59114"/>
                  </a:lnTo>
                  <a:lnTo>
                    <a:pt x="165600" y="34197"/>
                  </a:lnTo>
                  <a:lnTo>
                    <a:pt x="209572" y="15618"/>
                  </a:lnTo>
                  <a:lnTo>
                    <a:pt x="256732" y="4009"/>
                  </a:lnTo>
                  <a:lnTo>
                    <a:pt x="306450" y="0"/>
                  </a:lnTo>
                  <a:lnTo>
                    <a:pt x="2531999" y="0"/>
                  </a:lnTo>
                  <a:lnTo>
                    <a:pt x="2581717" y="4009"/>
                  </a:lnTo>
                  <a:lnTo>
                    <a:pt x="2628877" y="15618"/>
                  </a:lnTo>
                  <a:lnTo>
                    <a:pt x="2672849" y="34197"/>
                  </a:lnTo>
                  <a:lnTo>
                    <a:pt x="2713003" y="59114"/>
                  </a:lnTo>
                  <a:lnTo>
                    <a:pt x="2748708" y="89741"/>
                  </a:lnTo>
                  <a:lnTo>
                    <a:pt x="2779335" y="125446"/>
                  </a:lnTo>
                  <a:lnTo>
                    <a:pt x="2804252" y="165600"/>
                  </a:lnTo>
                  <a:lnTo>
                    <a:pt x="2822831" y="209572"/>
                  </a:lnTo>
                  <a:lnTo>
                    <a:pt x="2834440" y="256732"/>
                  </a:lnTo>
                  <a:lnTo>
                    <a:pt x="2838450" y="306450"/>
                  </a:lnTo>
                  <a:lnTo>
                    <a:pt x="2838450" y="1531937"/>
                  </a:lnTo>
                  <a:lnTo>
                    <a:pt x="2834440" y="1581635"/>
                  </a:lnTo>
                  <a:lnTo>
                    <a:pt x="2822831" y="1628780"/>
                  </a:lnTo>
                  <a:lnTo>
                    <a:pt x="2804252" y="1672740"/>
                  </a:lnTo>
                  <a:lnTo>
                    <a:pt x="2779335" y="1712886"/>
                  </a:lnTo>
                  <a:lnTo>
                    <a:pt x="2748708" y="1748586"/>
                  </a:lnTo>
                  <a:lnTo>
                    <a:pt x="2713003" y="1779210"/>
                  </a:lnTo>
                  <a:lnTo>
                    <a:pt x="2672849" y="1804126"/>
                  </a:lnTo>
                  <a:lnTo>
                    <a:pt x="2628877" y="1822705"/>
                  </a:lnTo>
                  <a:lnTo>
                    <a:pt x="2581717" y="1834314"/>
                  </a:lnTo>
                  <a:lnTo>
                    <a:pt x="2531999" y="1838325"/>
                  </a:lnTo>
                  <a:lnTo>
                    <a:pt x="306450" y="1838325"/>
                  </a:lnTo>
                  <a:lnTo>
                    <a:pt x="256732" y="1834314"/>
                  </a:lnTo>
                  <a:lnTo>
                    <a:pt x="209572" y="1822705"/>
                  </a:lnTo>
                  <a:lnTo>
                    <a:pt x="165600" y="1804126"/>
                  </a:lnTo>
                  <a:lnTo>
                    <a:pt x="125446" y="1779210"/>
                  </a:lnTo>
                  <a:lnTo>
                    <a:pt x="89741" y="1748586"/>
                  </a:lnTo>
                  <a:lnTo>
                    <a:pt x="59114" y="1712886"/>
                  </a:lnTo>
                  <a:lnTo>
                    <a:pt x="34197" y="1672740"/>
                  </a:lnTo>
                  <a:lnTo>
                    <a:pt x="15618" y="1628780"/>
                  </a:lnTo>
                  <a:lnTo>
                    <a:pt x="4009" y="1581635"/>
                  </a:lnTo>
                  <a:lnTo>
                    <a:pt x="0" y="1531937"/>
                  </a:lnTo>
                  <a:lnTo>
                    <a:pt x="0" y="306450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515100" y="4295775"/>
            <a:ext cx="2857500" cy="1857375"/>
            <a:chOff x="6515100" y="4295775"/>
            <a:chExt cx="2857500" cy="1857375"/>
          </a:xfrm>
        </p:grpSpPr>
        <p:sp>
          <p:nvSpPr>
            <p:cNvPr id="16" name="object 16"/>
            <p:cNvSpPr/>
            <p:nvPr/>
          </p:nvSpPr>
          <p:spPr>
            <a:xfrm>
              <a:off x="6524625" y="4305300"/>
              <a:ext cx="2838450" cy="1838325"/>
            </a:xfrm>
            <a:custGeom>
              <a:avLst/>
              <a:gdLst/>
              <a:ahLst/>
              <a:cxnLst/>
              <a:rect l="l" t="t" r="r" b="b"/>
              <a:pathLst>
                <a:path w="2838450" h="1838325">
                  <a:moveTo>
                    <a:pt x="2531999" y="0"/>
                  </a:moveTo>
                  <a:lnTo>
                    <a:pt x="306450" y="0"/>
                  </a:lnTo>
                  <a:lnTo>
                    <a:pt x="256732" y="4009"/>
                  </a:lnTo>
                  <a:lnTo>
                    <a:pt x="209572" y="15618"/>
                  </a:lnTo>
                  <a:lnTo>
                    <a:pt x="165600" y="34197"/>
                  </a:lnTo>
                  <a:lnTo>
                    <a:pt x="125446" y="59114"/>
                  </a:lnTo>
                  <a:lnTo>
                    <a:pt x="89741" y="89741"/>
                  </a:lnTo>
                  <a:lnTo>
                    <a:pt x="59114" y="125446"/>
                  </a:lnTo>
                  <a:lnTo>
                    <a:pt x="34197" y="165600"/>
                  </a:lnTo>
                  <a:lnTo>
                    <a:pt x="15618" y="209572"/>
                  </a:lnTo>
                  <a:lnTo>
                    <a:pt x="4009" y="256732"/>
                  </a:lnTo>
                  <a:lnTo>
                    <a:pt x="0" y="306450"/>
                  </a:lnTo>
                  <a:lnTo>
                    <a:pt x="0" y="1531937"/>
                  </a:lnTo>
                  <a:lnTo>
                    <a:pt x="4009" y="1581635"/>
                  </a:lnTo>
                  <a:lnTo>
                    <a:pt x="15618" y="1628780"/>
                  </a:lnTo>
                  <a:lnTo>
                    <a:pt x="34197" y="1672740"/>
                  </a:lnTo>
                  <a:lnTo>
                    <a:pt x="59114" y="1712886"/>
                  </a:lnTo>
                  <a:lnTo>
                    <a:pt x="89741" y="1748586"/>
                  </a:lnTo>
                  <a:lnTo>
                    <a:pt x="125446" y="1779210"/>
                  </a:lnTo>
                  <a:lnTo>
                    <a:pt x="165600" y="1804126"/>
                  </a:lnTo>
                  <a:lnTo>
                    <a:pt x="209572" y="1822705"/>
                  </a:lnTo>
                  <a:lnTo>
                    <a:pt x="256732" y="1834314"/>
                  </a:lnTo>
                  <a:lnTo>
                    <a:pt x="306450" y="1838325"/>
                  </a:lnTo>
                  <a:lnTo>
                    <a:pt x="2531999" y="1838325"/>
                  </a:lnTo>
                  <a:lnTo>
                    <a:pt x="2581717" y="1834314"/>
                  </a:lnTo>
                  <a:lnTo>
                    <a:pt x="2628877" y="1822705"/>
                  </a:lnTo>
                  <a:lnTo>
                    <a:pt x="2672849" y="1804126"/>
                  </a:lnTo>
                  <a:lnTo>
                    <a:pt x="2713003" y="1779210"/>
                  </a:lnTo>
                  <a:lnTo>
                    <a:pt x="2748708" y="1748586"/>
                  </a:lnTo>
                  <a:lnTo>
                    <a:pt x="2779335" y="1712886"/>
                  </a:lnTo>
                  <a:lnTo>
                    <a:pt x="2804252" y="1672740"/>
                  </a:lnTo>
                  <a:lnTo>
                    <a:pt x="2822831" y="1628780"/>
                  </a:lnTo>
                  <a:lnTo>
                    <a:pt x="2834440" y="1581635"/>
                  </a:lnTo>
                  <a:lnTo>
                    <a:pt x="2838450" y="1531937"/>
                  </a:lnTo>
                  <a:lnTo>
                    <a:pt x="2838450" y="306450"/>
                  </a:lnTo>
                  <a:lnTo>
                    <a:pt x="2834440" y="256732"/>
                  </a:lnTo>
                  <a:lnTo>
                    <a:pt x="2822831" y="209572"/>
                  </a:lnTo>
                  <a:lnTo>
                    <a:pt x="2804252" y="165600"/>
                  </a:lnTo>
                  <a:lnTo>
                    <a:pt x="2779335" y="125446"/>
                  </a:lnTo>
                  <a:lnTo>
                    <a:pt x="2748708" y="89741"/>
                  </a:lnTo>
                  <a:lnTo>
                    <a:pt x="2713003" y="59114"/>
                  </a:lnTo>
                  <a:lnTo>
                    <a:pt x="2672849" y="34197"/>
                  </a:lnTo>
                  <a:lnTo>
                    <a:pt x="2628877" y="15618"/>
                  </a:lnTo>
                  <a:lnTo>
                    <a:pt x="2581717" y="4009"/>
                  </a:lnTo>
                  <a:lnTo>
                    <a:pt x="2531999" y="0"/>
                  </a:lnTo>
                  <a:close/>
                </a:path>
              </a:pathLst>
            </a:custGeom>
            <a:solidFill>
              <a:srgbClr val="163D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24625" y="4305300"/>
              <a:ext cx="2838450" cy="1838325"/>
            </a:xfrm>
            <a:custGeom>
              <a:avLst/>
              <a:gdLst/>
              <a:ahLst/>
              <a:cxnLst/>
              <a:rect l="l" t="t" r="r" b="b"/>
              <a:pathLst>
                <a:path w="2838450" h="1838325">
                  <a:moveTo>
                    <a:pt x="0" y="306450"/>
                  </a:moveTo>
                  <a:lnTo>
                    <a:pt x="4009" y="256732"/>
                  </a:lnTo>
                  <a:lnTo>
                    <a:pt x="15618" y="209572"/>
                  </a:lnTo>
                  <a:lnTo>
                    <a:pt x="34197" y="165600"/>
                  </a:lnTo>
                  <a:lnTo>
                    <a:pt x="59114" y="125446"/>
                  </a:lnTo>
                  <a:lnTo>
                    <a:pt x="89741" y="89741"/>
                  </a:lnTo>
                  <a:lnTo>
                    <a:pt x="125446" y="59114"/>
                  </a:lnTo>
                  <a:lnTo>
                    <a:pt x="165600" y="34197"/>
                  </a:lnTo>
                  <a:lnTo>
                    <a:pt x="209572" y="15618"/>
                  </a:lnTo>
                  <a:lnTo>
                    <a:pt x="256732" y="4009"/>
                  </a:lnTo>
                  <a:lnTo>
                    <a:pt x="306450" y="0"/>
                  </a:lnTo>
                  <a:lnTo>
                    <a:pt x="2531999" y="0"/>
                  </a:lnTo>
                  <a:lnTo>
                    <a:pt x="2581717" y="4009"/>
                  </a:lnTo>
                  <a:lnTo>
                    <a:pt x="2628877" y="15618"/>
                  </a:lnTo>
                  <a:lnTo>
                    <a:pt x="2672849" y="34197"/>
                  </a:lnTo>
                  <a:lnTo>
                    <a:pt x="2713003" y="59114"/>
                  </a:lnTo>
                  <a:lnTo>
                    <a:pt x="2748708" y="89741"/>
                  </a:lnTo>
                  <a:lnTo>
                    <a:pt x="2779335" y="125446"/>
                  </a:lnTo>
                  <a:lnTo>
                    <a:pt x="2804252" y="165600"/>
                  </a:lnTo>
                  <a:lnTo>
                    <a:pt x="2822831" y="209572"/>
                  </a:lnTo>
                  <a:lnTo>
                    <a:pt x="2834440" y="256732"/>
                  </a:lnTo>
                  <a:lnTo>
                    <a:pt x="2838450" y="306450"/>
                  </a:lnTo>
                  <a:lnTo>
                    <a:pt x="2838450" y="1531937"/>
                  </a:lnTo>
                  <a:lnTo>
                    <a:pt x="2834440" y="1581635"/>
                  </a:lnTo>
                  <a:lnTo>
                    <a:pt x="2822831" y="1628780"/>
                  </a:lnTo>
                  <a:lnTo>
                    <a:pt x="2804252" y="1672740"/>
                  </a:lnTo>
                  <a:lnTo>
                    <a:pt x="2779335" y="1712886"/>
                  </a:lnTo>
                  <a:lnTo>
                    <a:pt x="2748708" y="1748586"/>
                  </a:lnTo>
                  <a:lnTo>
                    <a:pt x="2713003" y="1779210"/>
                  </a:lnTo>
                  <a:lnTo>
                    <a:pt x="2672849" y="1804126"/>
                  </a:lnTo>
                  <a:lnTo>
                    <a:pt x="2628877" y="1822705"/>
                  </a:lnTo>
                  <a:lnTo>
                    <a:pt x="2581717" y="1834314"/>
                  </a:lnTo>
                  <a:lnTo>
                    <a:pt x="2531999" y="1838325"/>
                  </a:lnTo>
                  <a:lnTo>
                    <a:pt x="306450" y="1838325"/>
                  </a:lnTo>
                  <a:lnTo>
                    <a:pt x="256732" y="1834314"/>
                  </a:lnTo>
                  <a:lnTo>
                    <a:pt x="209572" y="1822705"/>
                  </a:lnTo>
                  <a:lnTo>
                    <a:pt x="165600" y="1804126"/>
                  </a:lnTo>
                  <a:lnTo>
                    <a:pt x="125446" y="1779210"/>
                  </a:lnTo>
                  <a:lnTo>
                    <a:pt x="89741" y="1748586"/>
                  </a:lnTo>
                  <a:lnTo>
                    <a:pt x="59114" y="1712886"/>
                  </a:lnTo>
                  <a:lnTo>
                    <a:pt x="34197" y="1672740"/>
                  </a:lnTo>
                  <a:lnTo>
                    <a:pt x="15618" y="1628780"/>
                  </a:lnTo>
                  <a:lnTo>
                    <a:pt x="4009" y="1581635"/>
                  </a:lnTo>
                  <a:lnTo>
                    <a:pt x="0" y="1531937"/>
                  </a:lnTo>
                  <a:lnTo>
                    <a:pt x="0" y="306450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73734" y="1644078"/>
            <a:ext cx="2266315" cy="15551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125"/>
              </a:spcBef>
              <a:buFont typeface="Wingdings"/>
              <a:buChar char=""/>
              <a:tabLst>
                <a:tab pos="298450" algn="l"/>
              </a:tabLst>
            </a:pPr>
            <a:r>
              <a:rPr sz="2000" dirty="0">
                <a:solidFill>
                  <a:srgbClr val="DCEAF7"/>
                </a:solidFill>
                <a:latin typeface="Trebuchet MS"/>
                <a:cs typeface="Trebuchet MS"/>
              </a:rPr>
              <a:t>Managing</a:t>
            </a:r>
            <a:r>
              <a:rPr sz="2000" spc="-140" dirty="0">
                <a:solidFill>
                  <a:srgbClr val="DCEAF7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DCEAF7"/>
                </a:solidFill>
                <a:latin typeface="Trebuchet MS"/>
                <a:cs typeface="Trebuchet MS"/>
              </a:rPr>
              <a:t>real- </a:t>
            </a:r>
            <a:r>
              <a:rPr sz="2000" spc="-60" dirty="0">
                <a:solidFill>
                  <a:srgbClr val="DCEAF7"/>
                </a:solidFill>
                <a:latin typeface="Trebuchet MS"/>
                <a:cs typeface="Trebuchet MS"/>
              </a:rPr>
              <a:t>time</a:t>
            </a:r>
            <a:r>
              <a:rPr sz="2000" spc="-225" dirty="0">
                <a:solidFill>
                  <a:srgbClr val="DCEAF7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DCEAF7"/>
                </a:solidFill>
                <a:latin typeface="Trebuchet MS"/>
                <a:cs typeface="Trebuchet MS"/>
              </a:rPr>
              <a:t>request </a:t>
            </a:r>
            <a:r>
              <a:rPr sz="2000" spc="-25" dirty="0">
                <a:solidFill>
                  <a:srgbClr val="DCEAF7"/>
                </a:solidFill>
                <a:latin typeface="Trebuchet MS"/>
                <a:cs typeface="Trebuchet MS"/>
              </a:rPr>
              <a:t>handling</a:t>
            </a:r>
            <a:r>
              <a:rPr sz="2000" spc="-165" dirty="0">
                <a:solidFill>
                  <a:srgbClr val="DCEAF7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DCEAF7"/>
                </a:solidFill>
                <a:latin typeface="Trebuchet MS"/>
                <a:cs typeface="Trebuchet MS"/>
              </a:rPr>
              <a:t>between </a:t>
            </a:r>
            <a:r>
              <a:rPr sz="2000" dirty="0">
                <a:solidFill>
                  <a:srgbClr val="DCEAF7"/>
                </a:solidFill>
                <a:latin typeface="Trebuchet MS"/>
                <a:cs typeface="Trebuchet MS"/>
              </a:rPr>
              <a:t>task</a:t>
            </a:r>
            <a:r>
              <a:rPr sz="2000" spc="-229" dirty="0">
                <a:solidFill>
                  <a:srgbClr val="DCEAF7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DCEAF7"/>
                </a:solidFill>
                <a:latin typeface="Trebuchet MS"/>
                <a:cs typeface="Trebuchet MS"/>
              </a:rPr>
              <a:t>owners</a:t>
            </a:r>
            <a:r>
              <a:rPr sz="2000" spc="-155" dirty="0">
                <a:solidFill>
                  <a:srgbClr val="DCEAF7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DCEAF7"/>
                </a:solidFill>
                <a:latin typeface="Trebuchet MS"/>
                <a:cs typeface="Trebuchet MS"/>
              </a:rPr>
              <a:t>and </a:t>
            </a:r>
            <a:r>
              <a:rPr sz="2000" spc="-10" dirty="0">
                <a:solidFill>
                  <a:srgbClr val="DCEAF7"/>
                </a:solidFill>
                <a:latin typeface="Trebuchet MS"/>
                <a:cs typeface="Trebuchet MS"/>
              </a:rPr>
              <a:t>helpers.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79976" y="1680527"/>
            <a:ext cx="2317115" cy="1250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125"/>
              </a:spcBef>
              <a:buFont typeface="Wingdings"/>
              <a:buChar char=""/>
              <a:tabLst>
                <a:tab pos="298450" algn="l"/>
              </a:tabLst>
            </a:pPr>
            <a:r>
              <a:rPr sz="2000" spc="-35" dirty="0">
                <a:solidFill>
                  <a:srgbClr val="DCEAF7"/>
                </a:solidFill>
                <a:latin typeface="Trebuchet MS"/>
                <a:cs typeface="Trebuchet MS"/>
              </a:rPr>
              <a:t>Maintaining</a:t>
            </a:r>
            <a:r>
              <a:rPr sz="2000" spc="-155" dirty="0">
                <a:solidFill>
                  <a:srgbClr val="DCEAF7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DCEAF7"/>
                </a:solidFill>
                <a:latin typeface="Trebuchet MS"/>
                <a:cs typeface="Trebuchet MS"/>
              </a:rPr>
              <a:t>data </a:t>
            </a:r>
            <a:r>
              <a:rPr sz="2000" dirty="0">
                <a:solidFill>
                  <a:srgbClr val="DCEAF7"/>
                </a:solidFill>
                <a:latin typeface="Trebuchet MS"/>
                <a:cs typeface="Trebuchet MS"/>
              </a:rPr>
              <a:t>consistency</a:t>
            </a:r>
            <a:r>
              <a:rPr sz="2000" spc="-160" dirty="0">
                <a:solidFill>
                  <a:srgbClr val="DCEAF7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DCEAF7"/>
                </a:solidFill>
                <a:latin typeface="Trebuchet MS"/>
                <a:cs typeface="Trebuchet MS"/>
              </a:rPr>
              <a:t>and </a:t>
            </a:r>
            <a:r>
              <a:rPr sz="2000" spc="-40" dirty="0">
                <a:solidFill>
                  <a:srgbClr val="DCEAF7"/>
                </a:solidFill>
                <a:latin typeface="Trebuchet MS"/>
                <a:cs typeface="Trebuchet MS"/>
              </a:rPr>
              <a:t>avoiding</a:t>
            </a:r>
            <a:r>
              <a:rPr sz="2000" spc="-180" dirty="0">
                <a:solidFill>
                  <a:srgbClr val="DCEAF7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DCEAF7"/>
                </a:solidFill>
                <a:latin typeface="Trebuchet MS"/>
                <a:cs typeface="Trebuchet MS"/>
              </a:rPr>
              <a:t>duplicate </a:t>
            </a:r>
            <a:r>
              <a:rPr sz="2000" spc="-10" dirty="0">
                <a:solidFill>
                  <a:srgbClr val="DCEAF7"/>
                </a:solidFill>
                <a:latin typeface="Trebuchet MS"/>
                <a:cs typeface="Trebuchet MS"/>
              </a:rPr>
              <a:t>requests.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86801" y="1680527"/>
            <a:ext cx="2323465" cy="1250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125"/>
              </a:spcBef>
              <a:buFont typeface="Wingdings"/>
              <a:buChar char=""/>
              <a:tabLst>
                <a:tab pos="298450" algn="l"/>
              </a:tabLst>
            </a:pPr>
            <a:r>
              <a:rPr sz="2000" spc="-10" dirty="0">
                <a:solidFill>
                  <a:srgbClr val="DCEAF7"/>
                </a:solidFill>
                <a:latin typeface="Trebuchet MS"/>
                <a:cs typeface="Trebuchet MS"/>
              </a:rPr>
              <a:t>Ensuring</a:t>
            </a:r>
            <a:r>
              <a:rPr sz="2000" spc="-114" dirty="0">
                <a:solidFill>
                  <a:srgbClr val="DCEAF7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DCEAF7"/>
                </a:solidFill>
                <a:latin typeface="Trebuchet MS"/>
                <a:cs typeface="Trebuchet MS"/>
              </a:rPr>
              <a:t>proper </a:t>
            </a:r>
            <a:r>
              <a:rPr sz="2000" spc="-50" dirty="0">
                <a:solidFill>
                  <a:srgbClr val="DCEAF7"/>
                </a:solidFill>
                <a:latin typeface="Trebuchet MS"/>
                <a:cs typeface="Trebuchet MS"/>
              </a:rPr>
              <a:t>data</a:t>
            </a:r>
            <a:r>
              <a:rPr sz="2000" spc="-155" dirty="0">
                <a:solidFill>
                  <a:srgbClr val="DCEAF7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DCEAF7"/>
                </a:solidFill>
                <a:latin typeface="Trebuchet MS"/>
                <a:cs typeface="Trebuchet MS"/>
              </a:rPr>
              <a:t>flow</a:t>
            </a:r>
            <a:r>
              <a:rPr sz="2000" spc="-235" dirty="0">
                <a:solidFill>
                  <a:srgbClr val="DCEAF7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DCEAF7"/>
                </a:solidFill>
                <a:latin typeface="Trebuchet MS"/>
                <a:cs typeface="Trebuchet MS"/>
              </a:rPr>
              <a:t>between </a:t>
            </a:r>
            <a:r>
              <a:rPr sz="2000" spc="-60" dirty="0">
                <a:solidFill>
                  <a:srgbClr val="DCEAF7"/>
                </a:solidFill>
                <a:latin typeface="Trebuchet MS"/>
                <a:cs typeface="Trebuchet MS"/>
              </a:rPr>
              <a:t>frontend</a:t>
            </a:r>
            <a:r>
              <a:rPr sz="2000" spc="-114" dirty="0">
                <a:solidFill>
                  <a:srgbClr val="DCEAF7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DCEAF7"/>
                </a:solidFill>
                <a:latin typeface="Trebuchet MS"/>
                <a:cs typeface="Trebuchet MS"/>
              </a:rPr>
              <a:t>and </a:t>
            </a:r>
            <a:r>
              <a:rPr sz="2000" spc="-10" dirty="0">
                <a:solidFill>
                  <a:srgbClr val="DCEAF7"/>
                </a:solidFill>
                <a:latin typeface="Trebuchet MS"/>
                <a:cs typeface="Trebuchet MS"/>
              </a:rPr>
              <a:t>backend.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76500" y="4455223"/>
            <a:ext cx="2513330" cy="1250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125"/>
              </a:spcBef>
              <a:buFont typeface="Wingdings"/>
              <a:buChar char=""/>
              <a:tabLst>
                <a:tab pos="298450" algn="l"/>
              </a:tabLst>
            </a:pPr>
            <a:r>
              <a:rPr sz="2000" spc="-40" dirty="0">
                <a:solidFill>
                  <a:srgbClr val="DCEAF7"/>
                </a:solidFill>
                <a:latin typeface="Trebuchet MS"/>
                <a:cs typeface="Trebuchet MS"/>
              </a:rPr>
              <a:t>Implementing</a:t>
            </a:r>
            <a:r>
              <a:rPr sz="2000" spc="-120" dirty="0">
                <a:solidFill>
                  <a:srgbClr val="DCEAF7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DCEAF7"/>
                </a:solidFill>
                <a:latin typeface="Trebuchet MS"/>
                <a:cs typeface="Trebuchet MS"/>
              </a:rPr>
              <a:t>an </a:t>
            </a:r>
            <a:r>
              <a:rPr sz="2000" spc="-80" dirty="0">
                <a:solidFill>
                  <a:srgbClr val="DCEAF7"/>
                </a:solidFill>
                <a:latin typeface="Trebuchet MS"/>
                <a:cs typeface="Trebuchet MS"/>
              </a:rPr>
              <a:t>efficient</a:t>
            </a:r>
            <a:r>
              <a:rPr sz="2000" spc="-95" dirty="0">
                <a:solidFill>
                  <a:srgbClr val="DCEAF7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DCEAF7"/>
                </a:solidFill>
                <a:latin typeface="Trebuchet MS"/>
                <a:cs typeface="Trebuchet MS"/>
              </a:rPr>
              <a:t>notification </a:t>
            </a:r>
            <a:r>
              <a:rPr sz="2000" dirty="0">
                <a:solidFill>
                  <a:srgbClr val="DCEAF7"/>
                </a:solidFill>
                <a:latin typeface="Trebuchet MS"/>
                <a:cs typeface="Trebuchet MS"/>
              </a:rPr>
              <a:t>system</a:t>
            </a:r>
            <a:r>
              <a:rPr sz="2000" spc="-190" dirty="0">
                <a:solidFill>
                  <a:srgbClr val="DCEAF7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DCEAF7"/>
                </a:solidFill>
                <a:latin typeface="Trebuchet MS"/>
                <a:cs typeface="Trebuchet MS"/>
              </a:rPr>
              <a:t>for</a:t>
            </a:r>
            <a:r>
              <a:rPr sz="2000" spc="-114" dirty="0">
                <a:solidFill>
                  <a:srgbClr val="DCEAF7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DCEAF7"/>
                </a:solidFill>
                <a:latin typeface="Trebuchet MS"/>
                <a:cs typeface="Trebuchet MS"/>
              </a:rPr>
              <a:t>instant updates.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76770" y="4510087"/>
            <a:ext cx="2291715" cy="1250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25"/>
              </a:spcBef>
              <a:buFont typeface="Wingdings"/>
              <a:buChar char=""/>
              <a:tabLst>
                <a:tab pos="298450" algn="l"/>
              </a:tabLst>
            </a:pPr>
            <a:r>
              <a:rPr sz="2000" spc="-10" dirty="0">
                <a:solidFill>
                  <a:srgbClr val="E8E8E8"/>
                </a:solidFill>
                <a:latin typeface="Trebuchet MS"/>
                <a:cs typeface="Trebuchet MS"/>
              </a:rPr>
              <a:t>Handling</a:t>
            </a:r>
            <a:r>
              <a:rPr sz="2000" spc="-21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E8E8E8"/>
                </a:solidFill>
                <a:latin typeface="Trebuchet MS"/>
                <a:cs typeface="Trebuchet MS"/>
              </a:rPr>
              <a:t>multiple 	</a:t>
            </a:r>
            <a:r>
              <a:rPr sz="2000" dirty="0">
                <a:solidFill>
                  <a:srgbClr val="E8E8E8"/>
                </a:solidFill>
                <a:latin typeface="Trebuchet MS"/>
                <a:cs typeface="Trebuchet MS"/>
              </a:rPr>
              <a:t>user</a:t>
            </a:r>
            <a:r>
              <a:rPr sz="2000" spc="-204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E8E8E8"/>
                </a:solidFill>
                <a:latin typeface="Trebuchet MS"/>
                <a:cs typeface="Trebuchet MS"/>
              </a:rPr>
              <a:t>roles</a:t>
            </a:r>
            <a:r>
              <a:rPr sz="2000" spc="-21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E8E8E8"/>
                </a:solidFill>
                <a:latin typeface="Trebuchet MS"/>
                <a:cs typeface="Trebuchet MS"/>
              </a:rPr>
              <a:t>(task 	</a:t>
            </a:r>
            <a:r>
              <a:rPr sz="2000" spc="-50" dirty="0">
                <a:solidFill>
                  <a:srgbClr val="E8E8E8"/>
                </a:solidFill>
                <a:latin typeface="Trebuchet MS"/>
                <a:cs typeface="Trebuchet MS"/>
              </a:rPr>
              <a:t>owner</a:t>
            </a:r>
            <a:r>
              <a:rPr sz="2000" spc="-120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E8E8E8"/>
                </a:solidFill>
                <a:latin typeface="Trebuchet MS"/>
                <a:cs typeface="Trebuchet MS"/>
              </a:rPr>
              <a:t>and</a:t>
            </a:r>
            <a:r>
              <a:rPr sz="2000" spc="-204" dirty="0">
                <a:solidFill>
                  <a:srgbClr val="E8E8E8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E8E8E8"/>
                </a:solidFill>
                <a:latin typeface="Trebuchet MS"/>
                <a:cs typeface="Trebuchet MS"/>
              </a:rPr>
              <a:t>helper) 	</a:t>
            </a:r>
            <a:r>
              <a:rPr sz="2000" spc="-30" dirty="0">
                <a:solidFill>
                  <a:srgbClr val="E8E8E8"/>
                </a:solidFill>
                <a:latin typeface="Trebuchet MS"/>
                <a:cs typeface="Trebuchet MS"/>
              </a:rPr>
              <a:t>effectively.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6250" y="1590675"/>
            <a:ext cx="7334250" cy="523875"/>
            <a:chOff x="476250" y="1590675"/>
            <a:chExt cx="7334250" cy="523875"/>
          </a:xfrm>
        </p:grpSpPr>
        <p:sp>
          <p:nvSpPr>
            <p:cNvPr id="3" name="object 3"/>
            <p:cNvSpPr/>
            <p:nvPr/>
          </p:nvSpPr>
          <p:spPr>
            <a:xfrm>
              <a:off x="485775" y="1600200"/>
              <a:ext cx="7315200" cy="504825"/>
            </a:xfrm>
            <a:custGeom>
              <a:avLst/>
              <a:gdLst/>
              <a:ahLst/>
              <a:cxnLst/>
              <a:rect l="l" t="t" r="r" b="b"/>
              <a:pathLst>
                <a:path w="7315200" h="504825">
                  <a:moveTo>
                    <a:pt x="7231126" y="0"/>
                  </a:moveTo>
                  <a:lnTo>
                    <a:pt x="84137" y="0"/>
                  </a:lnTo>
                  <a:lnTo>
                    <a:pt x="51386" y="6617"/>
                  </a:lnTo>
                  <a:lnTo>
                    <a:pt x="24642" y="24653"/>
                  </a:lnTo>
                  <a:lnTo>
                    <a:pt x="6611" y="51381"/>
                  </a:lnTo>
                  <a:lnTo>
                    <a:pt x="0" y="84074"/>
                  </a:lnTo>
                  <a:lnTo>
                    <a:pt x="0" y="420750"/>
                  </a:lnTo>
                  <a:lnTo>
                    <a:pt x="6611" y="453443"/>
                  </a:lnTo>
                  <a:lnTo>
                    <a:pt x="24642" y="480171"/>
                  </a:lnTo>
                  <a:lnTo>
                    <a:pt x="51386" y="498207"/>
                  </a:lnTo>
                  <a:lnTo>
                    <a:pt x="84137" y="504825"/>
                  </a:lnTo>
                  <a:lnTo>
                    <a:pt x="7231126" y="504825"/>
                  </a:lnTo>
                  <a:lnTo>
                    <a:pt x="7263818" y="498207"/>
                  </a:lnTo>
                  <a:lnTo>
                    <a:pt x="7290546" y="480171"/>
                  </a:lnTo>
                  <a:lnTo>
                    <a:pt x="7308582" y="453443"/>
                  </a:lnTo>
                  <a:lnTo>
                    <a:pt x="7315200" y="420750"/>
                  </a:lnTo>
                  <a:lnTo>
                    <a:pt x="7315200" y="84074"/>
                  </a:lnTo>
                  <a:lnTo>
                    <a:pt x="7308582" y="51381"/>
                  </a:lnTo>
                  <a:lnTo>
                    <a:pt x="7290546" y="24653"/>
                  </a:lnTo>
                  <a:lnTo>
                    <a:pt x="7263818" y="6617"/>
                  </a:lnTo>
                  <a:lnTo>
                    <a:pt x="723112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85775" y="1600200"/>
              <a:ext cx="7315200" cy="504825"/>
            </a:xfrm>
            <a:custGeom>
              <a:avLst/>
              <a:gdLst/>
              <a:ahLst/>
              <a:cxnLst/>
              <a:rect l="l" t="t" r="r" b="b"/>
              <a:pathLst>
                <a:path w="7315200" h="504825">
                  <a:moveTo>
                    <a:pt x="0" y="84074"/>
                  </a:moveTo>
                  <a:lnTo>
                    <a:pt x="6611" y="51381"/>
                  </a:lnTo>
                  <a:lnTo>
                    <a:pt x="24642" y="24653"/>
                  </a:lnTo>
                  <a:lnTo>
                    <a:pt x="51386" y="6617"/>
                  </a:lnTo>
                  <a:lnTo>
                    <a:pt x="84137" y="0"/>
                  </a:lnTo>
                  <a:lnTo>
                    <a:pt x="7231126" y="0"/>
                  </a:lnTo>
                  <a:lnTo>
                    <a:pt x="7263818" y="6617"/>
                  </a:lnTo>
                  <a:lnTo>
                    <a:pt x="7290546" y="24653"/>
                  </a:lnTo>
                  <a:lnTo>
                    <a:pt x="7308582" y="51381"/>
                  </a:lnTo>
                  <a:lnTo>
                    <a:pt x="7315200" y="84074"/>
                  </a:lnTo>
                  <a:lnTo>
                    <a:pt x="7315200" y="420750"/>
                  </a:lnTo>
                  <a:lnTo>
                    <a:pt x="7308582" y="453443"/>
                  </a:lnTo>
                  <a:lnTo>
                    <a:pt x="7290546" y="480171"/>
                  </a:lnTo>
                  <a:lnTo>
                    <a:pt x="7263818" y="498207"/>
                  </a:lnTo>
                  <a:lnTo>
                    <a:pt x="7231126" y="504825"/>
                  </a:lnTo>
                  <a:lnTo>
                    <a:pt x="84137" y="504825"/>
                  </a:lnTo>
                  <a:lnTo>
                    <a:pt x="51386" y="498207"/>
                  </a:lnTo>
                  <a:lnTo>
                    <a:pt x="24642" y="480171"/>
                  </a:lnTo>
                  <a:lnTo>
                    <a:pt x="6611" y="453443"/>
                  </a:lnTo>
                  <a:lnTo>
                    <a:pt x="0" y="420750"/>
                  </a:lnTo>
                  <a:lnTo>
                    <a:pt x="0" y="84074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61975" y="447675"/>
            <a:ext cx="2524125" cy="504825"/>
          </a:xfrm>
          <a:prstGeom prst="rect">
            <a:avLst/>
          </a:prstGeom>
          <a:solidFill>
            <a:srgbClr val="00AFEF"/>
          </a:solidFill>
          <a:ln w="19050">
            <a:solidFill>
              <a:srgbClr val="E8E8E8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365"/>
              </a:spcBef>
            </a:pPr>
            <a:r>
              <a:rPr sz="2400" b="0" spc="-10" dirty="0">
                <a:solidFill>
                  <a:srgbClr val="E8E8E8"/>
                </a:solidFill>
                <a:latin typeface="Trebuchet MS"/>
                <a:cs typeface="Trebuchet MS"/>
              </a:rPr>
              <a:t>Outcomes: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47675" y="2466975"/>
            <a:ext cx="7334250" cy="523875"/>
            <a:chOff x="447675" y="2466975"/>
            <a:chExt cx="7334250" cy="523875"/>
          </a:xfrm>
        </p:grpSpPr>
        <p:sp>
          <p:nvSpPr>
            <p:cNvPr id="7" name="object 7"/>
            <p:cNvSpPr/>
            <p:nvPr/>
          </p:nvSpPr>
          <p:spPr>
            <a:xfrm>
              <a:off x="457200" y="2476500"/>
              <a:ext cx="7315200" cy="504825"/>
            </a:xfrm>
            <a:custGeom>
              <a:avLst/>
              <a:gdLst/>
              <a:ahLst/>
              <a:cxnLst/>
              <a:rect l="l" t="t" r="r" b="b"/>
              <a:pathLst>
                <a:path w="7315200" h="504825">
                  <a:moveTo>
                    <a:pt x="7231126" y="0"/>
                  </a:moveTo>
                  <a:lnTo>
                    <a:pt x="84137" y="0"/>
                  </a:lnTo>
                  <a:lnTo>
                    <a:pt x="51386" y="6617"/>
                  </a:lnTo>
                  <a:lnTo>
                    <a:pt x="24642" y="24653"/>
                  </a:lnTo>
                  <a:lnTo>
                    <a:pt x="6611" y="51381"/>
                  </a:lnTo>
                  <a:lnTo>
                    <a:pt x="0" y="84074"/>
                  </a:lnTo>
                  <a:lnTo>
                    <a:pt x="0" y="420750"/>
                  </a:lnTo>
                  <a:lnTo>
                    <a:pt x="6611" y="453443"/>
                  </a:lnTo>
                  <a:lnTo>
                    <a:pt x="24642" y="480171"/>
                  </a:lnTo>
                  <a:lnTo>
                    <a:pt x="51386" y="498207"/>
                  </a:lnTo>
                  <a:lnTo>
                    <a:pt x="84137" y="504825"/>
                  </a:lnTo>
                  <a:lnTo>
                    <a:pt x="7231126" y="504825"/>
                  </a:lnTo>
                  <a:lnTo>
                    <a:pt x="7263818" y="498207"/>
                  </a:lnTo>
                  <a:lnTo>
                    <a:pt x="7290546" y="480171"/>
                  </a:lnTo>
                  <a:lnTo>
                    <a:pt x="7308582" y="453443"/>
                  </a:lnTo>
                  <a:lnTo>
                    <a:pt x="7315200" y="420750"/>
                  </a:lnTo>
                  <a:lnTo>
                    <a:pt x="7315200" y="84074"/>
                  </a:lnTo>
                  <a:lnTo>
                    <a:pt x="7308582" y="51381"/>
                  </a:lnTo>
                  <a:lnTo>
                    <a:pt x="7290546" y="24653"/>
                  </a:lnTo>
                  <a:lnTo>
                    <a:pt x="7263818" y="6617"/>
                  </a:lnTo>
                  <a:lnTo>
                    <a:pt x="723112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2476500"/>
              <a:ext cx="7315200" cy="504825"/>
            </a:xfrm>
            <a:custGeom>
              <a:avLst/>
              <a:gdLst/>
              <a:ahLst/>
              <a:cxnLst/>
              <a:rect l="l" t="t" r="r" b="b"/>
              <a:pathLst>
                <a:path w="7315200" h="504825">
                  <a:moveTo>
                    <a:pt x="0" y="84074"/>
                  </a:moveTo>
                  <a:lnTo>
                    <a:pt x="6611" y="51381"/>
                  </a:lnTo>
                  <a:lnTo>
                    <a:pt x="24642" y="24653"/>
                  </a:lnTo>
                  <a:lnTo>
                    <a:pt x="51386" y="6617"/>
                  </a:lnTo>
                  <a:lnTo>
                    <a:pt x="84137" y="0"/>
                  </a:lnTo>
                  <a:lnTo>
                    <a:pt x="7231126" y="0"/>
                  </a:lnTo>
                  <a:lnTo>
                    <a:pt x="7263818" y="6617"/>
                  </a:lnTo>
                  <a:lnTo>
                    <a:pt x="7290546" y="24653"/>
                  </a:lnTo>
                  <a:lnTo>
                    <a:pt x="7308582" y="51381"/>
                  </a:lnTo>
                  <a:lnTo>
                    <a:pt x="7315200" y="84074"/>
                  </a:lnTo>
                  <a:lnTo>
                    <a:pt x="7315200" y="420750"/>
                  </a:lnTo>
                  <a:lnTo>
                    <a:pt x="7308582" y="453443"/>
                  </a:lnTo>
                  <a:lnTo>
                    <a:pt x="7290546" y="480171"/>
                  </a:lnTo>
                  <a:lnTo>
                    <a:pt x="7263818" y="498207"/>
                  </a:lnTo>
                  <a:lnTo>
                    <a:pt x="7231126" y="504825"/>
                  </a:lnTo>
                  <a:lnTo>
                    <a:pt x="84137" y="504825"/>
                  </a:lnTo>
                  <a:lnTo>
                    <a:pt x="51386" y="498207"/>
                  </a:lnTo>
                  <a:lnTo>
                    <a:pt x="24642" y="480171"/>
                  </a:lnTo>
                  <a:lnTo>
                    <a:pt x="6611" y="453443"/>
                  </a:lnTo>
                  <a:lnTo>
                    <a:pt x="0" y="420750"/>
                  </a:lnTo>
                  <a:lnTo>
                    <a:pt x="0" y="84074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47675" y="3305175"/>
            <a:ext cx="7334250" cy="523875"/>
            <a:chOff x="447675" y="3305175"/>
            <a:chExt cx="7334250" cy="523875"/>
          </a:xfrm>
        </p:grpSpPr>
        <p:sp>
          <p:nvSpPr>
            <p:cNvPr id="10" name="object 10"/>
            <p:cNvSpPr/>
            <p:nvPr/>
          </p:nvSpPr>
          <p:spPr>
            <a:xfrm>
              <a:off x="457200" y="3314700"/>
              <a:ext cx="7315200" cy="504825"/>
            </a:xfrm>
            <a:custGeom>
              <a:avLst/>
              <a:gdLst/>
              <a:ahLst/>
              <a:cxnLst/>
              <a:rect l="l" t="t" r="r" b="b"/>
              <a:pathLst>
                <a:path w="7315200" h="504825">
                  <a:moveTo>
                    <a:pt x="7231126" y="0"/>
                  </a:moveTo>
                  <a:lnTo>
                    <a:pt x="84137" y="0"/>
                  </a:lnTo>
                  <a:lnTo>
                    <a:pt x="51386" y="6617"/>
                  </a:lnTo>
                  <a:lnTo>
                    <a:pt x="24642" y="24653"/>
                  </a:lnTo>
                  <a:lnTo>
                    <a:pt x="6611" y="51381"/>
                  </a:lnTo>
                  <a:lnTo>
                    <a:pt x="0" y="84074"/>
                  </a:lnTo>
                  <a:lnTo>
                    <a:pt x="0" y="420750"/>
                  </a:lnTo>
                  <a:lnTo>
                    <a:pt x="6611" y="453443"/>
                  </a:lnTo>
                  <a:lnTo>
                    <a:pt x="24642" y="480171"/>
                  </a:lnTo>
                  <a:lnTo>
                    <a:pt x="51386" y="498207"/>
                  </a:lnTo>
                  <a:lnTo>
                    <a:pt x="84137" y="504825"/>
                  </a:lnTo>
                  <a:lnTo>
                    <a:pt x="7231126" y="504825"/>
                  </a:lnTo>
                  <a:lnTo>
                    <a:pt x="7263818" y="498207"/>
                  </a:lnTo>
                  <a:lnTo>
                    <a:pt x="7290546" y="480171"/>
                  </a:lnTo>
                  <a:lnTo>
                    <a:pt x="7308582" y="453443"/>
                  </a:lnTo>
                  <a:lnTo>
                    <a:pt x="7315200" y="420750"/>
                  </a:lnTo>
                  <a:lnTo>
                    <a:pt x="7315200" y="84074"/>
                  </a:lnTo>
                  <a:lnTo>
                    <a:pt x="7308582" y="51381"/>
                  </a:lnTo>
                  <a:lnTo>
                    <a:pt x="7290546" y="24653"/>
                  </a:lnTo>
                  <a:lnTo>
                    <a:pt x="7263818" y="6617"/>
                  </a:lnTo>
                  <a:lnTo>
                    <a:pt x="723112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200" y="3314700"/>
              <a:ext cx="7315200" cy="504825"/>
            </a:xfrm>
            <a:custGeom>
              <a:avLst/>
              <a:gdLst/>
              <a:ahLst/>
              <a:cxnLst/>
              <a:rect l="l" t="t" r="r" b="b"/>
              <a:pathLst>
                <a:path w="7315200" h="504825">
                  <a:moveTo>
                    <a:pt x="0" y="84074"/>
                  </a:moveTo>
                  <a:lnTo>
                    <a:pt x="6611" y="51381"/>
                  </a:lnTo>
                  <a:lnTo>
                    <a:pt x="24642" y="24653"/>
                  </a:lnTo>
                  <a:lnTo>
                    <a:pt x="51386" y="6617"/>
                  </a:lnTo>
                  <a:lnTo>
                    <a:pt x="84137" y="0"/>
                  </a:lnTo>
                  <a:lnTo>
                    <a:pt x="7231126" y="0"/>
                  </a:lnTo>
                  <a:lnTo>
                    <a:pt x="7263818" y="6617"/>
                  </a:lnTo>
                  <a:lnTo>
                    <a:pt x="7290546" y="24653"/>
                  </a:lnTo>
                  <a:lnTo>
                    <a:pt x="7308582" y="51381"/>
                  </a:lnTo>
                  <a:lnTo>
                    <a:pt x="7315200" y="84074"/>
                  </a:lnTo>
                  <a:lnTo>
                    <a:pt x="7315200" y="420750"/>
                  </a:lnTo>
                  <a:lnTo>
                    <a:pt x="7308582" y="453443"/>
                  </a:lnTo>
                  <a:lnTo>
                    <a:pt x="7290546" y="480171"/>
                  </a:lnTo>
                  <a:lnTo>
                    <a:pt x="7263818" y="498207"/>
                  </a:lnTo>
                  <a:lnTo>
                    <a:pt x="7231126" y="504825"/>
                  </a:lnTo>
                  <a:lnTo>
                    <a:pt x="84137" y="504825"/>
                  </a:lnTo>
                  <a:lnTo>
                    <a:pt x="51386" y="498207"/>
                  </a:lnTo>
                  <a:lnTo>
                    <a:pt x="24642" y="480171"/>
                  </a:lnTo>
                  <a:lnTo>
                    <a:pt x="6611" y="453443"/>
                  </a:lnTo>
                  <a:lnTo>
                    <a:pt x="0" y="420750"/>
                  </a:lnTo>
                  <a:lnTo>
                    <a:pt x="0" y="84074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47675" y="4200525"/>
            <a:ext cx="7334250" cy="523875"/>
            <a:chOff x="447675" y="4200525"/>
            <a:chExt cx="7334250" cy="523875"/>
          </a:xfrm>
        </p:grpSpPr>
        <p:sp>
          <p:nvSpPr>
            <p:cNvPr id="13" name="object 13"/>
            <p:cNvSpPr/>
            <p:nvPr/>
          </p:nvSpPr>
          <p:spPr>
            <a:xfrm>
              <a:off x="457200" y="4210050"/>
              <a:ext cx="7315200" cy="504825"/>
            </a:xfrm>
            <a:custGeom>
              <a:avLst/>
              <a:gdLst/>
              <a:ahLst/>
              <a:cxnLst/>
              <a:rect l="l" t="t" r="r" b="b"/>
              <a:pathLst>
                <a:path w="7315200" h="504825">
                  <a:moveTo>
                    <a:pt x="7231126" y="0"/>
                  </a:moveTo>
                  <a:lnTo>
                    <a:pt x="84137" y="0"/>
                  </a:lnTo>
                  <a:lnTo>
                    <a:pt x="51386" y="6617"/>
                  </a:lnTo>
                  <a:lnTo>
                    <a:pt x="24642" y="24653"/>
                  </a:lnTo>
                  <a:lnTo>
                    <a:pt x="6611" y="51381"/>
                  </a:lnTo>
                  <a:lnTo>
                    <a:pt x="0" y="84074"/>
                  </a:lnTo>
                  <a:lnTo>
                    <a:pt x="0" y="420750"/>
                  </a:lnTo>
                  <a:lnTo>
                    <a:pt x="6611" y="453443"/>
                  </a:lnTo>
                  <a:lnTo>
                    <a:pt x="24642" y="480171"/>
                  </a:lnTo>
                  <a:lnTo>
                    <a:pt x="51386" y="498207"/>
                  </a:lnTo>
                  <a:lnTo>
                    <a:pt x="84137" y="504825"/>
                  </a:lnTo>
                  <a:lnTo>
                    <a:pt x="7231126" y="504825"/>
                  </a:lnTo>
                  <a:lnTo>
                    <a:pt x="7263818" y="498207"/>
                  </a:lnTo>
                  <a:lnTo>
                    <a:pt x="7290546" y="480171"/>
                  </a:lnTo>
                  <a:lnTo>
                    <a:pt x="7308582" y="453443"/>
                  </a:lnTo>
                  <a:lnTo>
                    <a:pt x="7315200" y="420750"/>
                  </a:lnTo>
                  <a:lnTo>
                    <a:pt x="7315200" y="84074"/>
                  </a:lnTo>
                  <a:lnTo>
                    <a:pt x="7308582" y="51381"/>
                  </a:lnTo>
                  <a:lnTo>
                    <a:pt x="7290546" y="24653"/>
                  </a:lnTo>
                  <a:lnTo>
                    <a:pt x="7263818" y="6617"/>
                  </a:lnTo>
                  <a:lnTo>
                    <a:pt x="723112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200" y="4210050"/>
              <a:ext cx="7315200" cy="504825"/>
            </a:xfrm>
            <a:custGeom>
              <a:avLst/>
              <a:gdLst/>
              <a:ahLst/>
              <a:cxnLst/>
              <a:rect l="l" t="t" r="r" b="b"/>
              <a:pathLst>
                <a:path w="7315200" h="504825">
                  <a:moveTo>
                    <a:pt x="0" y="84074"/>
                  </a:moveTo>
                  <a:lnTo>
                    <a:pt x="6611" y="51381"/>
                  </a:lnTo>
                  <a:lnTo>
                    <a:pt x="24642" y="24653"/>
                  </a:lnTo>
                  <a:lnTo>
                    <a:pt x="51386" y="6617"/>
                  </a:lnTo>
                  <a:lnTo>
                    <a:pt x="84137" y="0"/>
                  </a:lnTo>
                  <a:lnTo>
                    <a:pt x="7231126" y="0"/>
                  </a:lnTo>
                  <a:lnTo>
                    <a:pt x="7263818" y="6617"/>
                  </a:lnTo>
                  <a:lnTo>
                    <a:pt x="7290546" y="24653"/>
                  </a:lnTo>
                  <a:lnTo>
                    <a:pt x="7308582" y="51381"/>
                  </a:lnTo>
                  <a:lnTo>
                    <a:pt x="7315200" y="84074"/>
                  </a:lnTo>
                  <a:lnTo>
                    <a:pt x="7315200" y="420750"/>
                  </a:lnTo>
                  <a:lnTo>
                    <a:pt x="7308582" y="453443"/>
                  </a:lnTo>
                  <a:lnTo>
                    <a:pt x="7290546" y="480171"/>
                  </a:lnTo>
                  <a:lnTo>
                    <a:pt x="7263818" y="498207"/>
                  </a:lnTo>
                  <a:lnTo>
                    <a:pt x="7231126" y="504825"/>
                  </a:lnTo>
                  <a:lnTo>
                    <a:pt x="84137" y="504825"/>
                  </a:lnTo>
                  <a:lnTo>
                    <a:pt x="51386" y="498207"/>
                  </a:lnTo>
                  <a:lnTo>
                    <a:pt x="24642" y="480171"/>
                  </a:lnTo>
                  <a:lnTo>
                    <a:pt x="6611" y="453443"/>
                  </a:lnTo>
                  <a:lnTo>
                    <a:pt x="0" y="420750"/>
                  </a:lnTo>
                  <a:lnTo>
                    <a:pt x="0" y="84074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76250" y="5038725"/>
            <a:ext cx="7334250" cy="523875"/>
            <a:chOff x="476250" y="5038725"/>
            <a:chExt cx="7334250" cy="523875"/>
          </a:xfrm>
        </p:grpSpPr>
        <p:sp>
          <p:nvSpPr>
            <p:cNvPr id="16" name="object 16"/>
            <p:cNvSpPr/>
            <p:nvPr/>
          </p:nvSpPr>
          <p:spPr>
            <a:xfrm>
              <a:off x="485775" y="5048250"/>
              <a:ext cx="7315200" cy="504825"/>
            </a:xfrm>
            <a:custGeom>
              <a:avLst/>
              <a:gdLst/>
              <a:ahLst/>
              <a:cxnLst/>
              <a:rect l="l" t="t" r="r" b="b"/>
              <a:pathLst>
                <a:path w="7315200" h="504825">
                  <a:moveTo>
                    <a:pt x="7231126" y="0"/>
                  </a:moveTo>
                  <a:lnTo>
                    <a:pt x="84137" y="0"/>
                  </a:lnTo>
                  <a:lnTo>
                    <a:pt x="51386" y="6617"/>
                  </a:lnTo>
                  <a:lnTo>
                    <a:pt x="24642" y="24653"/>
                  </a:lnTo>
                  <a:lnTo>
                    <a:pt x="6611" y="51381"/>
                  </a:lnTo>
                  <a:lnTo>
                    <a:pt x="0" y="84074"/>
                  </a:lnTo>
                  <a:lnTo>
                    <a:pt x="0" y="420750"/>
                  </a:lnTo>
                  <a:lnTo>
                    <a:pt x="6611" y="453443"/>
                  </a:lnTo>
                  <a:lnTo>
                    <a:pt x="24642" y="480171"/>
                  </a:lnTo>
                  <a:lnTo>
                    <a:pt x="51386" y="498207"/>
                  </a:lnTo>
                  <a:lnTo>
                    <a:pt x="84137" y="504825"/>
                  </a:lnTo>
                  <a:lnTo>
                    <a:pt x="7231126" y="504825"/>
                  </a:lnTo>
                  <a:lnTo>
                    <a:pt x="7263818" y="498207"/>
                  </a:lnTo>
                  <a:lnTo>
                    <a:pt x="7290546" y="480171"/>
                  </a:lnTo>
                  <a:lnTo>
                    <a:pt x="7308582" y="453443"/>
                  </a:lnTo>
                  <a:lnTo>
                    <a:pt x="7315200" y="420750"/>
                  </a:lnTo>
                  <a:lnTo>
                    <a:pt x="7315200" y="84074"/>
                  </a:lnTo>
                  <a:lnTo>
                    <a:pt x="7308582" y="51381"/>
                  </a:lnTo>
                  <a:lnTo>
                    <a:pt x="7290546" y="24653"/>
                  </a:lnTo>
                  <a:lnTo>
                    <a:pt x="7263818" y="6617"/>
                  </a:lnTo>
                  <a:lnTo>
                    <a:pt x="723112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5775" y="5048250"/>
              <a:ext cx="7315200" cy="504825"/>
            </a:xfrm>
            <a:custGeom>
              <a:avLst/>
              <a:gdLst/>
              <a:ahLst/>
              <a:cxnLst/>
              <a:rect l="l" t="t" r="r" b="b"/>
              <a:pathLst>
                <a:path w="7315200" h="504825">
                  <a:moveTo>
                    <a:pt x="0" y="84074"/>
                  </a:moveTo>
                  <a:lnTo>
                    <a:pt x="6611" y="51381"/>
                  </a:lnTo>
                  <a:lnTo>
                    <a:pt x="24642" y="24653"/>
                  </a:lnTo>
                  <a:lnTo>
                    <a:pt x="51386" y="6617"/>
                  </a:lnTo>
                  <a:lnTo>
                    <a:pt x="84137" y="0"/>
                  </a:lnTo>
                  <a:lnTo>
                    <a:pt x="7231126" y="0"/>
                  </a:lnTo>
                  <a:lnTo>
                    <a:pt x="7263818" y="6617"/>
                  </a:lnTo>
                  <a:lnTo>
                    <a:pt x="7290546" y="24653"/>
                  </a:lnTo>
                  <a:lnTo>
                    <a:pt x="7308582" y="51381"/>
                  </a:lnTo>
                  <a:lnTo>
                    <a:pt x="7315200" y="84074"/>
                  </a:lnTo>
                  <a:lnTo>
                    <a:pt x="7315200" y="420750"/>
                  </a:lnTo>
                  <a:lnTo>
                    <a:pt x="7308582" y="453443"/>
                  </a:lnTo>
                  <a:lnTo>
                    <a:pt x="7290546" y="480171"/>
                  </a:lnTo>
                  <a:lnTo>
                    <a:pt x="7263818" y="498207"/>
                  </a:lnTo>
                  <a:lnTo>
                    <a:pt x="7231126" y="504825"/>
                  </a:lnTo>
                  <a:lnTo>
                    <a:pt x="84137" y="504825"/>
                  </a:lnTo>
                  <a:lnTo>
                    <a:pt x="51386" y="498207"/>
                  </a:lnTo>
                  <a:lnTo>
                    <a:pt x="24642" y="480171"/>
                  </a:lnTo>
                  <a:lnTo>
                    <a:pt x="6611" y="453443"/>
                  </a:lnTo>
                  <a:lnTo>
                    <a:pt x="0" y="420750"/>
                  </a:lnTo>
                  <a:lnTo>
                    <a:pt x="0" y="84074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47675" y="5867400"/>
            <a:ext cx="7334250" cy="523875"/>
            <a:chOff x="447675" y="5867400"/>
            <a:chExt cx="7334250" cy="523875"/>
          </a:xfrm>
        </p:grpSpPr>
        <p:sp>
          <p:nvSpPr>
            <p:cNvPr id="19" name="object 19"/>
            <p:cNvSpPr/>
            <p:nvPr/>
          </p:nvSpPr>
          <p:spPr>
            <a:xfrm>
              <a:off x="457200" y="5876925"/>
              <a:ext cx="7315200" cy="504825"/>
            </a:xfrm>
            <a:custGeom>
              <a:avLst/>
              <a:gdLst/>
              <a:ahLst/>
              <a:cxnLst/>
              <a:rect l="l" t="t" r="r" b="b"/>
              <a:pathLst>
                <a:path w="7315200" h="504825">
                  <a:moveTo>
                    <a:pt x="7231126" y="0"/>
                  </a:moveTo>
                  <a:lnTo>
                    <a:pt x="84137" y="0"/>
                  </a:lnTo>
                  <a:lnTo>
                    <a:pt x="51386" y="6611"/>
                  </a:lnTo>
                  <a:lnTo>
                    <a:pt x="24642" y="24642"/>
                  </a:lnTo>
                  <a:lnTo>
                    <a:pt x="6611" y="51386"/>
                  </a:lnTo>
                  <a:lnTo>
                    <a:pt x="0" y="84137"/>
                  </a:lnTo>
                  <a:lnTo>
                    <a:pt x="0" y="420687"/>
                  </a:lnTo>
                  <a:lnTo>
                    <a:pt x="6611" y="453438"/>
                  </a:lnTo>
                  <a:lnTo>
                    <a:pt x="24642" y="480182"/>
                  </a:lnTo>
                  <a:lnTo>
                    <a:pt x="51386" y="498213"/>
                  </a:lnTo>
                  <a:lnTo>
                    <a:pt x="84137" y="504825"/>
                  </a:lnTo>
                  <a:lnTo>
                    <a:pt x="7231126" y="504825"/>
                  </a:lnTo>
                  <a:lnTo>
                    <a:pt x="7263818" y="498213"/>
                  </a:lnTo>
                  <a:lnTo>
                    <a:pt x="7290546" y="480182"/>
                  </a:lnTo>
                  <a:lnTo>
                    <a:pt x="7308582" y="453438"/>
                  </a:lnTo>
                  <a:lnTo>
                    <a:pt x="7315200" y="420687"/>
                  </a:lnTo>
                  <a:lnTo>
                    <a:pt x="7315200" y="84137"/>
                  </a:lnTo>
                  <a:lnTo>
                    <a:pt x="7308582" y="51386"/>
                  </a:lnTo>
                  <a:lnTo>
                    <a:pt x="7290546" y="24642"/>
                  </a:lnTo>
                  <a:lnTo>
                    <a:pt x="7263818" y="6611"/>
                  </a:lnTo>
                  <a:lnTo>
                    <a:pt x="723112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200" y="5876925"/>
              <a:ext cx="7315200" cy="504825"/>
            </a:xfrm>
            <a:custGeom>
              <a:avLst/>
              <a:gdLst/>
              <a:ahLst/>
              <a:cxnLst/>
              <a:rect l="l" t="t" r="r" b="b"/>
              <a:pathLst>
                <a:path w="7315200" h="504825">
                  <a:moveTo>
                    <a:pt x="0" y="84137"/>
                  </a:moveTo>
                  <a:lnTo>
                    <a:pt x="6611" y="51386"/>
                  </a:lnTo>
                  <a:lnTo>
                    <a:pt x="24642" y="24642"/>
                  </a:lnTo>
                  <a:lnTo>
                    <a:pt x="51386" y="6611"/>
                  </a:lnTo>
                  <a:lnTo>
                    <a:pt x="84137" y="0"/>
                  </a:lnTo>
                  <a:lnTo>
                    <a:pt x="7231126" y="0"/>
                  </a:lnTo>
                  <a:lnTo>
                    <a:pt x="7263818" y="6611"/>
                  </a:lnTo>
                  <a:lnTo>
                    <a:pt x="7290546" y="24642"/>
                  </a:lnTo>
                  <a:lnTo>
                    <a:pt x="7308582" y="51386"/>
                  </a:lnTo>
                  <a:lnTo>
                    <a:pt x="7315200" y="84137"/>
                  </a:lnTo>
                  <a:lnTo>
                    <a:pt x="7315200" y="420687"/>
                  </a:lnTo>
                  <a:lnTo>
                    <a:pt x="7308582" y="453438"/>
                  </a:lnTo>
                  <a:lnTo>
                    <a:pt x="7290546" y="480182"/>
                  </a:lnTo>
                  <a:lnTo>
                    <a:pt x="7263818" y="498213"/>
                  </a:lnTo>
                  <a:lnTo>
                    <a:pt x="7231126" y="504825"/>
                  </a:lnTo>
                  <a:lnTo>
                    <a:pt x="84137" y="504825"/>
                  </a:lnTo>
                  <a:lnTo>
                    <a:pt x="51386" y="498213"/>
                  </a:lnTo>
                  <a:lnTo>
                    <a:pt x="24642" y="480182"/>
                  </a:lnTo>
                  <a:lnTo>
                    <a:pt x="6611" y="453438"/>
                  </a:lnTo>
                  <a:lnTo>
                    <a:pt x="0" y="420687"/>
                  </a:lnTo>
                  <a:lnTo>
                    <a:pt x="0" y="84137"/>
                  </a:lnTo>
                  <a:close/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340" indent="-28575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07340" algn="l"/>
              </a:tabLst>
            </a:pPr>
            <a:r>
              <a:rPr dirty="0"/>
              <a:t>Successfully</a:t>
            </a:r>
            <a:r>
              <a:rPr spc="-95" dirty="0"/>
              <a:t> </a:t>
            </a:r>
            <a:r>
              <a:rPr spc="-35" dirty="0"/>
              <a:t>developed</a:t>
            </a:r>
            <a:r>
              <a:rPr spc="-140" dirty="0"/>
              <a:t> </a:t>
            </a:r>
            <a:r>
              <a:rPr dirty="0"/>
              <a:t>a</a:t>
            </a:r>
            <a:r>
              <a:rPr spc="-85" dirty="0"/>
              <a:t> </a:t>
            </a:r>
            <a:r>
              <a:rPr spc="-45" dirty="0"/>
              <a:t>functional</a:t>
            </a:r>
            <a:r>
              <a:rPr spc="-120" dirty="0"/>
              <a:t> </a:t>
            </a:r>
            <a:r>
              <a:rPr spc="-20" dirty="0"/>
              <a:t>task</a:t>
            </a:r>
            <a:r>
              <a:rPr spc="-165" dirty="0"/>
              <a:t> </a:t>
            </a:r>
            <a:r>
              <a:rPr spc="-30" dirty="0"/>
              <a:t>management</a:t>
            </a:r>
            <a:r>
              <a:rPr spc="-80" dirty="0"/>
              <a:t> </a:t>
            </a:r>
            <a:r>
              <a:rPr spc="-10" dirty="0"/>
              <a:t>platform.</a:t>
            </a:r>
          </a:p>
          <a:p>
            <a:pPr>
              <a:lnSpc>
                <a:spcPct val="100000"/>
              </a:lnSpc>
              <a:buClr>
                <a:srgbClr val="E8E8E8"/>
              </a:buClr>
              <a:buFont typeface="Wingdings"/>
              <a:buChar char=""/>
            </a:pPr>
            <a:endParaRPr spc="-10" dirty="0"/>
          </a:p>
          <a:p>
            <a:pPr>
              <a:lnSpc>
                <a:spcPct val="100000"/>
              </a:lnSpc>
              <a:spcBef>
                <a:spcPts val="580"/>
              </a:spcBef>
              <a:buClr>
                <a:srgbClr val="E8E8E8"/>
              </a:buClr>
              <a:buFont typeface="Wingdings"/>
              <a:buChar char=""/>
            </a:pPr>
            <a:endParaRPr spc="-10" dirty="0"/>
          </a:p>
          <a:p>
            <a:pPr marL="320675" indent="-285750">
              <a:lnSpc>
                <a:spcPct val="100000"/>
              </a:lnSpc>
              <a:buFont typeface="Wingdings"/>
              <a:buChar char=""/>
              <a:tabLst>
                <a:tab pos="320675" algn="l"/>
              </a:tabLst>
            </a:pPr>
            <a:r>
              <a:rPr spc="-35" dirty="0"/>
              <a:t>Implemented</a:t>
            </a:r>
            <a:r>
              <a:rPr spc="-150" dirty="0"/>
              <a:t> </a:t>
            </a:r>
            <a:r>
              <a:rPr spc="-40" dirty="0"/>
              <a:t>request</a:t>
            </a:r>
            <a:r>
              <a:rPr spc="-85" dirty="0"/>
              <a:t> </a:t>
            </a:r>
            <a:r>
              <a:rPr spc="-30" dirty="0"/>
              <a:t>handling</a:t>
            </a:r>
            <a:r>
              <a:rPr spc="-165" dirty="0"/>
              <a:t> </a:t>
            </a:r>
            <a:r>
              <a:rPr dirty="0"/>
              <a:t>and</a:t>
            </a:r>
            <a:r>
              <a:rPr spc="-65" dirty="0"/>
              <a:t> notification</a:t>
            </a:r>
            <a:r>
              <a:rPr spc="-125" dirty="0"/>
              <a:t> </a:t>
            </a:r>
            <a:r>
              <a:rPr spc="-10" dirty="0"/>
              <a:t>system</a:t>
            </a:r>
            <a:r>
              <a:rPr spc="-155" dirty="0"/>
              <a:t> </a:t>
            </a:r>
            <a:r>
              <a:rPr spc="-10" dirty="0"/>
              <a:t>effectively.</a:t>
            </a:r>
          </a:p>
          <a:p>
            <a:pPr>
              <a:lnSpc>
                <a:spcPct val="100000"/>
              </a:lnSpc>
              <a:buClr>
                <a:srgbClr val="E8E8E8"/>
              </a:buClr>
              <a:buFont typeface="Wingdings"/>
              <a:buChar char=""/>
            </a:pPr>
            <a:endParaRPr spc="-10" dirty="0"/>
          </a:p>
          <a:p>
            <a:pPr>
              <a:lnSpc>
                <a:spcPct val="100000"/>
              </a:lnSpc>
              <a:spcBef>
                <a:spcPts val="150"/>
              </a:spcBef>
              <a:buClr>
                <a:srgbClr val="E8E8E8"/>
              </a:buClr>
              <a:buFont typeface="Wingdings"/>
              <a:buChar char=""/>
            </a:pPr>
            <a:endParaRPr spc="-10" dirty="0"/>
          </a:p>
          <a:p>
            <a:pPr marL="324485" indent="-285115">
              <a:lnSpc>
                <a:spcPct val="100000"/>
              </a:lnSpc>
              <a:buFont typeface="Wingdings"/>
              <a:buChar char=""/>
              <a:tabLst>
                <a:tab pos="324485" algn="l"/>
              </a:tabLst>
            </a:pPr>
            <a:r>
              <a:rPr spc="-40" dirty="0"/>
              <a:t>Improved</a:t>
            </a:r>
            <a:r>
              <a:rPr spc="-155" dirty="0"/>
              <a:t> </a:t>
            </a:r>
            <a:r>
              <a:rPr spc="-30" dirty="0"/>
              <a:t>understanding</a:t>
            </a:r>
            <a:r>
              <a:rPr spc="-70" dirty="0"/>
              <a:t> </a:t>
            </a:r>
            <a:r>
              <a:rPr spc="-65" dirty="0"/>
              <a:t>of</a:t>
            </a:r>
            <a:r>
              <a:rPr spc="-125" dirty="0"/>
              <a:t> </a:t>
            </a:r>
            <a:r>
              <a:rPr spc="-70" dirty="0"/>
              <a:t>full-</a:t>
            </a:r>
            <a:r>
              <a:rPr dirty="0"/>
              <a:t>stack</a:t>
            </a:r>
            <a:r>
              <a:rPr spc="-170" dirty="0"/>
              <a:t> </a:t>
            </a:r>
            <a:r>
              <a:rPr spc="-40" dirty="0"/>
              <a:t>development</a:t>
            </a:r>
            <a:r>
              <a:rPr spc="-80" dirty="0"/>
              <a:t> </a:t>
            </a:r>
            <a:r>
              <a:rPr spc="-10" dirty="0"/>
              <a:t>concepts.</a:t>
            </a:r>
          </a:p>
          <a:p>
            <a:pPr>
              <a:lnSpc>
                <a:spcPct val="100000"/>
              </a:lnSpc>
              <a:buClr>
                <a:srgbClr val="E8E8E8"/>
              </a:buClr>
              <a:buFont typeface="Wingdings"/>
              <a:buChar char=""/>
            </a:pPr>
            <a:endParaRPr spc="-10" dirty="0"/>
          </a:p>
          <a:p>
            <a:pPr>
              <a:lnSpc>
                <a:spcPct val="100000"/>
              </a:lnSpc>
              <a:spcBef>
                <a:spcPts val="725"/>
              </a:spcBef>
              <a:buClr>
                <a:srgbClr val="E8E8E8"/>
              </a:buClr>
              <a:buFont typeface="Wingdings"/>
              <a:buChar char=""/>
            </a:pPr>
            <a:endParaRPr spc="-10" dirty="0"/>
          </a:p>
          <a:p>
            <a:pPr marL="320675" indent="-285750">
              <a:lnSpc>
                <a:spcPct val="100000"/>
              </a:lnSpc>
              <a:buFont typeface="Wingdings"/>
              <a:buChar char=""/>
              <a:tabLst>
                <a:tab pos="320675" algn="l"/>
              </a:tabLst>
            </a:pPr>
            <a:r>
              <a:rPr spc="-25" dirty="0"/>
              <a:t>Gained</a:t>
            </a:r>
            <a:r>
              <a:rPr spc="-75" dirty="0"/>
              <a:t> </a:t>
            </a:r>
            <a:r>
              <a:rPr spc="-45" dirty="0"/>
              <a:t>practical</a:t>
            </a:r>
            <a:r>
              <a:rPr spc="-135" dirty="0"/>
              <a:t> </a:t>
            </a:r>
            <a:r>
              <a:rPr spc="-55" dirty="0"/>
              <a:t>experience</a:t>
            </a:r>
            <a:r>
              <a:rPr spc="-90" dirty="0"/>
              <a:t> </a:t>
            </a:r>
            <a:r>
              <a:rPr spc="-80" dirty="0"/>
              <a:t>in</a:t>
            </a:r>
            <a:r>
              <a:rPr spc="-135" dirty="0"/>
              <a:t> </a:t>
            </a:r>
            <a:r>
              <a:rPr spc="-50" dirty="0"/>
              <a:t>real-</a:t>
            </a:r>
            <a:r>
              <a:rPr spc="-55" dirty="0"/>
              <a:t>world</a:t>
            </a:r>
            <a:r>
              <a:rPr spc="-65" dirty="0"/>
              <a:t> </a:t>
            </a:r>
            <a:r>
              <a:rPr spc="-40" dirty="0"/>
              <a:t>application</a:t>
            </a:r>
            <a:r>
              <a:rPr spc="-135" dirty="0"/>
              <a:t> </a:t>
            </a:r>
            <a:r>
              <a:rPr spc="-10" dirty="0"/>
              <a:t>development.</a:t>
            </a:r>
          </a:p>
          <a:p>
            <a:pPr>
              <a:lnSpc>
                <a:spcPct val="100000"/>
              </a:lnSpc>
              <a:buClr>
                <a:srgbClr val="E8E8E8"/>
              </a:buClr>
              <a:buFont typeface="Wingdings"/>
              <a:buChar char=""/>
            </a:pPr>
            <a:endParaRPr spc="-10" dirty="0"/>
          </a:p>
          <a:p>
            <a:pPr>
              <a:lnSpc>
                <a:spcPct val="100000"/>
              </a:lnSpc>
              <a:spcBef>
                <a:spcPts val="295"/>
              </a:spcBef>
              <a:buClr>
                <a:srgbClr val="E8E8E8"/>
              </a:buClr>
              <a:buFont typeface="Wingdings"/>
              <a:buChar char=""/>
            </a:pPr>
            <a:endParaRPr spc="-10" dirty="0"/>
          </a:p>
          <a:p>
            <a:pPr marL="334010" indent="-285115">
              <a:lnSpc>
                <a:spcPct val="100000"/>
              </a:lnSpc>
              <a:buFont typeface="Wingdings"/>
              <a:buChar char=""/>
              <a:tabLst>
                <a:tab pos="334010" algn="l"/>
              </a:tabLst>
            </a:pPr>
            <a:r>
              <a:rPr dirty="0"/>
              <a:t>Ensured</a:t>
            </a:r>
            <a:r>
              <a:rPr spc="-165" dirty="0"/>
              <a:t> </a:t>
            </a:r>
            <a:r>
              <a:rPr spc="-75" dirty="0"/>
              <a:t>efficient</a:t>
            </a:r>
            <a:r>
              <a:rPr spc="-100" dirty="0"/>
              <a:t> </a:t>
            </a:r>
            <a:r>
              <a:rPr spc="-20" dirty="0"/>
              <a:t>task</a:t>
            </a:r>
            <a:r>
              <a:rPr spc="-175" dirty="0"/>
              <a:t> </a:t>
            </a:r>
            <a:r>
              <a:rPr spc="-55" dirty="0"/>
              <a:t>workflow</a:t>
            </a:r>
            <a:r>
              <a:rPr spc="-145" dirty="0"/>
              <a:t> </a:t>
            </a:r>
            <a:r>
              <a:rPr spc="-55" dirty="0"/>
              <a:t>from</a:t>
            </a:r>
            <a:r>
              <a:rPr spc="-160" dirty="0"/>
              <a:t> </a:t>
            </a:r>
            <a:r>
              <a:rPr spc="-50" dirty="0"/>
              <a:t>creation</a:t>
            </a:r>
            <a:r>
              <a:rPr spc="-140" dirty="0"/>
              <a:t> </a:t>
            </a:r>
            <a:r>
              <a:rPr spc="-55" dirty="0"/>
              <a:t>to</a:t>
            </a:r>
            <a:r>
              <a:rPr spc="-140" dirty="0"/>
              <a:t> </a:t>
            </a:r>
            <a:r>
              <a:rPr spc="-10" dirty="0"/>
              <a:t>completion.</a:t>
            </a:r>
          </a:p>
          <a:p>
            <a:pPr>
              <a:lnSpc>
                <a:spcPct val="100000"/>
              </a:lnSpc>
              <a:buClr>
                <a:srgbClr val="E8E8E8"/>
              </a:buClr>
              <a:buFont typeface="Wingdings"/>
              <a:buChar char=""/>
            </a:pPr>
            <a:endParaRPr spc="-10" dirty="0"/>
          </a:p>
          <a:p>
            <a:pPr>
              <a:lnSpc>
                <a:spcPct val="100000"/>
              </a:lnSpc>
              <a:spcBef>
                <a:spcPts val="380"/>
              </a:spcBef>
              <a:buClr>
                <a:srgbClr val="E8E8E8"/>
              </a:buClr>
              <a:buFont typeface="Wingdings"/>
              <a:buChar char=""/>
            </a:pPr>
            <a:endParaRPr spc="-10" dirty="0"/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98450" algn="l"/>
              </a:tabLst>
            </a:pPr>
            <a:r>
              <a:rPr spc="-25" dirty="0"/>
              <a:t>Gained</a:t>
            </a:r>
            <a:r>
              <a:rPr spc="-70" dirty="0"/>
              <a:t> </a:t>
            </a:r>
            <a:r>
              <a:rPr spc="-45" dirty="0"/>
              <a:t>practical</a:t>
            </a:r>
            <a:r>
              <a:rPr spc="-135" dirty="0"/>
              <a:t> </a:t>
            </a:r>
            <a:r>
              <a:rPr spc="-55" dirty="0"/>
              <a:t>experience</a:t>
            </a:r>
            <a:r>
              <a:rPr spc="-85" dirty="0"/>
              <a:t> </a:t>
            </a:r>
            <a:r>
              <a:rPr spc="-80" dirty="0"/>
              <a:t>in</a:t>
            </a:r>
            <a:r>
              <a:rPr spc="-130" dirty="0"/>
              <a:t> </a:t>
            </a:r>
            <a:r>
              <a:rPr spc="-50" dirty="0"/>
              <a:t>real-</a:t>
            </a:r>
            <a:r>
              <a:rPr spc="-55" dirty="0"/>
              <a:t>world</a:t>
            </a:r>
            <a:r>
              <a:rPr spc="-65" dirty="0"/>
              <a:t> </a:t>
            </a:r>
            <a:r>
              <a:rPr spc="-40" dirty="0"/>
              <a:t>application</a:t>
            </a:r>
            <a:r>
              <a:rPr spc="-125" dirty="0"/>
              <a:t> </a:t>
            </a:r>
            <a:r>
              <a:rPr spc="-10" dirty="0"/>
              <a:t>development.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25111" y="256031"/>
            <a:ext cx="3242945" cy="371475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0" rIns="0" bIns="0" rtlCol="0">
            <a:spAutoFit/>
          </a:bodyPr>
          <a:lstStyle/>
          <a:p>
            <a:pPr marL="3175">
              <a:lnSpc>
                <a:spcPts val="2735"/>
              </a:lnSpc>
            </a:pPr>
            <a:r>
              <a:rPr sz="2400" spc="-40" dirty="0">
                <a:solidFill>
                  <a:srgbClr val="FF0000"/>
                </a:solidFill>
                <a:latin typeface="Trebuchet MS"/>
                <a:cs typeface="Trebuchet MS"/>
              </a:rPr>
              <a:t>Workflow</a:t>
            </a:r>
            <a:r>
              <a:rPr sz="2400" spc="-2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r>
              <a:rPr sz="2400" spc="-2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400" spc="-2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Project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43500" y="857250"/>
            <a:ext cx="1323975" cy="371475"/>
          </a:xfrm>
          <a:prstGeom prst="rect">
            <a:avLst/>
          </a:prstGeom>
          <a:ln w="19050">
            <a:solidFill>
              <a:srgbClr val="FFFF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83540">
              <a:lnSpc>
                <a:spcPct val="100000"/>
              </a:lnSpc>
              <a:spcBef>
                <a:spcPts val="240"/>
              </a:spcBef>
            </a:pPr>
            <a:r>
              <a:rPr sz="1800" b="1" spc="-10" dirty="0">
                <a:solidFill>
                  <a:srgbClr val="46B0E0"/>
                </a:solidFill>
                <a:latin typeface="Trebuchet MS"/>
                <a:cs typeface="Trebuchet MS"/>
              </a:rPr>
              <a:t>Login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600700" y="1219200"/>
            <a:ext cx="342900" cy="390525"/>
            <a:chOff x="5600700" y="1219200"/>
            <a:chExt cx="342900" cy="390525"/>
          </a:xfrm>
        </p:grpSpPr>
        <p:sp>
          <p:nvSpPr>
            <p:cNvPr id="5" name="object 5"/>
            <p:cNvSpPr/>
            <p:nvPr/>
          </p:nvSpPr>
          <p:spPr>
            <a:xfrm>
              <a:off x="5610225" y="1228725"/>
              <a:ext cx="323850" cy="371475"/>
            </a:xfrm>
            <a:custGeom>
              <a:avLst/>
              <a:gdLst/>
              <a:ahLst/>
              <a:cxnLst/>
              <a:rect l="l" t="t" r="r" b="b"/>
              <a:pathLst>
                <a:path w="323850" h="371475">
                  <a:moveTo>
                    <a:pt x="242950" y="0"/>
                  </a:moveTo>
                  <a:lnTo>
                    <a:pt x="81025" y="0"/>
                  </a:lnTo>
                  <a:lnTo>
                    <a:pt x="81025" y="209550"/>
                  </a:lnTo>
                  <a:lnTo>
                    <a:pt x="0" y="209550"/>
                  </a:lnTo>
                  <a:lnTo>
                    <a:pt x="161925" y="371475"/>
                  </a:lnTo>
                  <a:lnTo>
                    <a:pt x="323850" y="209550"/>
                  </a:lnTo>
                  <a:lnTo>
                    <a:pt x="242950" y="209550"/>
                  </a:lnTo>
                  <a:lnTo>
                    <a:pt x="24295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10225" y="1228725"/>
              <a:ext cx="323850" cy="371475"/>
            </a:xfrm>
            <a:custGeom>
              <a:avLst/>
              <a:gdLst/>
              <a:ahLst/>
              <a:cxnLst/>
              <a:rect l="l" t="t" r="r" b="b"/>
              <a:pathLst>
                <a:path w="323850" h="371475">
                  <a:moveTo>
                    <a:pt x="0" y="209550"/>
                  </a:moveTo>
                  <a:lnTo>
                    <a:pt x="81025" y="209550"/>
                  </a:lnTo>
                  <a:lnTo>
                    <a:pt x="81025" y="0"/>
                  </a:lnTo>
                  <a:lnTo>
                    <a:pt x="242950" y="0"/>
                  </a:lnTo>
                  <a:lnTo>
                    <a:pt x="242950" y="209550"/>
                  </a:lnTo>
                  <a:lnTo>
                    <a:pt x="323850" y="209550"/>
                  </a:lnTo>
                  <a:lnTo>
                    <a:pt x="161925" y="371475"/>
                  </a:lnTo>
                  <a:lnTo>
                    <a:pt x="0" y="20955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886325" y="1600200"/>
            <a:ext cx="1895475" cy="371475"/>
          </a:xfrm>
          <a:prstGeom prst="rect">
            <a:avLst/>
          </a:prstGeom>
          <a:ln w="19050">
            <a:solidFill>
              <a:srgbClr val="FFFF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215"/>
              </a:spcBef>
            </a:pPr>
            <a:r>
              <a:rPr sz="1800" b="1" spc="-10" dirty="0">
                <a:solidFill>
                  <a:srgbClr val="46B0E0"/>
                </a:solidFill>
                <a:latin typeface="Trebuchet MS"/>
                <a:cs typeface="Trebuchet MS"/>
              </a:rPr>
              <a:t>Dashboard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600700" y="1962150"/>
            <a:ext cx="342900" cy="381000"/>
            <a:chOff x="5600700" y="1962150"/>
            <a:chExt cx="342900" cy="381000"/>
          </a:xfrm>
        </p:grpSpPr>
        <p:sp>
          <p:nvSpPr>
            <p:cNvPr id="9" name="object 9"/>
            <p:cNvSpPr/>
            <p:nvPr/>
          </p:nvSpPr>
          <p:spPr>
            <a:xfrm>
              <a:off x="5610225" y="1971675"/>
              <a:ext cx="323850" cy="361950"/>
            </a:xfrm>
            <a:custGeom>
              <a:avLst/>
              <a:gdLst/>
              <a:ahLst/>
              <a:cxnLst/>
              <a:rect l="l" t="t" r="r" b="b"/>
              <a:pathLst>
                <a:path w="323850" h="361950">
                  <a:moveTo>
                    <a:pt x="242950" y="0"/>
                  </a:moveTo>
                  <a:lnTo>
                    <a:pt x="81025" y="0"/>
                  </a:lnTo>
                  <a:lnTo>
                    <a:pt x="81025" y="200025"/>
                  </a:lnTo>
                  <a:lnTo>
                    <a:pt x="0" y="200025"/>
                  </a:lnTo>
                  <a:lnTo>
                    <a:pt x="161925" y="361950"/>
                  </a:lnTo>
                  <a:lnTo>
                    <a:pt x="323850" y="200025"/>
                  </a:lnTo>
                  <a:lnTo>
                    <a:pt x="242950" y="200025"/>
                  </a:lnTo>
                  <a:lnTo>
                    <a:pt x="24295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10225" y="1971675"/>
              <a:ext cx="323850" cy="361950"/>
            </a:xfrm>
            <a:custGeom>
              <a:avLst/>
              <a:gdLst/>
              <a:ahLst/>
              <a:cxnLst/>
              <a:rect l="l" t="t" r="r" b="b"/>
              <a:pathLst>
                <a:path w="323850" h="361950">
                  <a:moveTo>
                    <a:pt x="0" y="200025"/>
                  </a:moveTo>
                  <a:lnTo>
                    <a:pt x="81025" y="200025"/>
                  </a:lnTo>
                  <a:lnTo>
                    <a:pt x="81025" y="0"/>
                  </a:lnTo>
                  <a:lnTo>
                    <a:pt x="242950" y="0"/>
                  </a:lnTo>
                  <a:lnTo>
                    <a:pt x="242950" y="200025"/>
                  </a:lnTo>
                  <a:lnTo>
                    <a:pt x="323850" y="200025"/>
                  </a:lnTo>
                  <a:lnTo>
                    <a:pt x="161925" y="361950"/>
                  </a:lnTo>
                  <a:lnTo>
                    <a:pt x="0" y="200025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591050" y="2352675"/>
            <a:ext cx="2419350" cy="361950"/>
          </a:xfrm>
          <a:prstGeom prst="rect">
            <a:avLst/>
          </a:prstGeom>
          <a:ln w="19050">
            <a:solidFill>
              <a:srgbClr val="FFFF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780415">
              <a:lnSpc>
                <a:spcPct val="100000"/>
              </a:lnSpc>
              <a:spcBef>
                <a:spcPts val="145"/>
              </a:spcBef>
            </a:pPr>
            <a:r>
              <a:rPr sz="1800" b="1" dirty="0">
                <a:solidFill>
                  <a:srgbClr val="46B0E0"/>
                </a:solidFill>
                <a:latin typeface="Trebuchet MS"/>
                <a:cs typeface="Trebuchet MS"/>
              </a:rPr>
              <a:t>Post</a:t>
            </a:r>
            <a:r>
              <a:rPr sz="1800" b="1" spc="-160" dirty="0">
                <a:solidFill>
                  <a:srgbClr val="46B0E0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46B0E0"/>
                </a:solidFill>
                <a:latin typeface="Trebuchet MS"/>
                <a:cs typeface="Trebuchet MS"/>
              </a:rPr>
              <a:t>Task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619750" y="2705100"/>
            <a:ext cx="371475" cy="400050"/>
            <a:chOff x="5619750" y="2705100"/>
            <a:chExt cx="371475" cy="400050"/>
          </a:xfrm>
        </p:grpSpPr>
        <p:sp>
          <p:nvSpPr>
            <p:cNvPr id="13" name="object 13"/>
            <p:cNvSpPr/>
            <p:nvPr/>
          </p:nvSpPr>
          <p:spPr>
            <a:xfrm>
              <a:off x="5629275" y="2714625"/>
              <a:ext cx="352425" cy="381000"/>
            </a:xfrm>
            <a:custGeom>
              <a:avLst/>
              <a:gdLst/>
              <a:ahLst/>
              <a:cxnLst/>
              <a:rect l="l" t="t" r="r" b="b"/>
              <a:pathLst>
                <a:path w="352425" h="381000">
                  <a:moveTo>
                    <a:pt x="264287" y="0"/>
                  </a:moveTo>
                  <a:lnTo>
                    <a:pt x="88137" y="0"/>
                  </a:lnTo>
                  <a:lnTo>
                    <a:pt x="88137" y="204724"/>
                  </a:lnTo>
                  <a:lnTo>
                    <a:pt x="0" y="204724"/>
                  </a:lnTo>
                  <a:lnTo>
                    <a:pt x="176275" y="381000"/>
                  </a:lnTo>
                  <a:lnTo>
                    <a:pt x="352425" y="204724"/>
                  </a:lnTo>
                  <a:lnTo>
                    <a:pt x="264287" y="204724"/>
                  </a:lnTo>
                  <a:lnTo>
                    <a:pt x="264287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29275" y="2714625"/>
              <a:ext cx="352425" cy="381000"/>
            </a:xfrm>
            <a:custGeom>
              <a:avLst/>
              <a:gdLst/>
              <a:ahLst/>
              <a:cxnLst/>
              <a:rect l="l" t="t" r="r" b="b"/>
              <a:pathLst>
                <a:path w="352425" h="381000">
                  <a:moveTo>
                    <a:pt x="0" y="204724"/>
                  </a:moveTo>
                  <a:lnTo>
                    <a:pt x="88137" y="204724"/>
                  </a:lnTo>
                  <a:lnTo>
                    <a:pt x="88137" y="0"/>
                  </a:lnTo>
                  <a:lnTo>
                    <a:pt x="264287" y="0"/>
                  </a:lnTo>
                  <a:lnTo>
                    <a:pt x="264287" y="204724"/>
                  </a:lnTo>
                  <a:lnTo>
                    <a:pt x="352425" y="204724"/>
                  </a:lnTo>
                  <a:lnTo>
                    <a:pt x="176275" y="381000"/>
                  </a:lnTo>
                  <a:lnTo>
                    <a:pt x="0" y="204724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229100" y="3086100"/>
            <a:ext cx="3124200" cy="371475"/>
          </a:xfrm>
          <a:prstGeom prst="rect">
            <a:avLst/>
          </a:prstGeom>
          <a:ln w="19050">
            <a:solidFill>
              <a:srgbClr val="FFFF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22860" algn="ctr">
              <a:lnSpc>
                <a:spcPct val="100000"/>
              </a:lnSpc>
              <a:spcBef>
                <a:spcPts val="280"/>
              </a:spcBef>
            </a:pPr>
            <a:r>
              <a:rPr sz="1800" b="1" spc="-10" dirty="0">
                <a:solidFill>
                  <a:srgbClr val="46B0E0"/>
                </a:solidFill>
                <a:latin typeface="Trebuchet MS"/>
                <a:cs typeface="Trebuchet MS"/>
              </a:rPr>
              <a:t>Request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619750" y="3448050"/>
            <a:ext cx="323850" cy="400050"/>
            <a:chOff x="5619750" y="3448050"/>
            <a:chExt cx="323850" cy="400050"/>
          </a:xfrm>
        </p:grpSpPr>
        <p:sp>
          <p:nvSpPr>
            <p:cNvPr id="17" name="object 17"/>
            <p:cNvSpPr/>
            <p:nvPr/>
          </p:nvSpPr>
          <p:spPr>
            <a:xfrm>
              <a:off x="5629275" y="3457575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228600" y="0"/>
                  </a:moveTo>
                  <a:lnTo>
                    <a:pt x="76200" y="0"/>
                  </a:lnTo>
                  <a:lnTo>
                    <a:pt x="76200" y="228600"/>
                  </a:lnTo>
                  <a:lnTo>
                    <a:pt x="0" y="228600"/>
                  </a:lnTo>
                  <a:lnTo>
                    <a:pt x="152400" y="381000"/>
                  </a:lnTo>
                  <a:lnTo>
                    <a:pt x="30480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29275" y="3457575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228600"/>
                  </a:moveTo>
                  <a:lnTo>
                    <a:pt x="76200" y="228600"/>
                  </a:lnTo>
                  <a:lnTo>
                    <a:pt x="76200" y="0"/>
                  </a:lnTo>
                  <a:lnTo>
                    <a:pt x="228600" y="0"/>
                  </a:lnTo>
                  <a:lnTo>
                    <a:pt x="228600" y="228600"/>
                  </a:lnTo>
                  <a:lnTo>
                    <a:pt x="304800" y="228600"/>
                  </a:lnTo>
                  <a:lnTo>
                    <a:pt x="152400" y="381000"/>
                  </a:lnTo>
                  <a:lnTo>
                    <a:pt x="0" y="22860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895725" y="3838575"/>
            <a:ext cx="3781425" cy="371475"/>
          </a:xfrm>
          <a:prstGeom prst="rect">
            <a:avLst/>
          </a:prstGeom>
          <a:ln w="19050">
            <a:solidFill>
              <a:srgbClr val="FFFF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1210310">
              <a:lnSpc>
                <a:spcPct val="100000"/>
              </a:lnSpc>
              <a:spcBef>
                <a:spcPts val="484"/>
              </a:spcBef>
            </a:pPr>
            <a:r>
              <a:rPr sz="1800" b="1" spc="-10" dirty="0">
                <a:solidFill>
                  <a:srgbClr val="46B0E0"/>
                </a:solidFill>
                <a:latin typeface="Trebuchet MS"/>
                <a:cs typeface="Trebuchet MS"/>
              </a:rPr>
              <a:t>Accept/Reject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619750" y="4200525"/>
            <a:ext cx="323850" cy="400050"/>
            <a:chOff x="5619750" y="4200525"/>
            <a:chExt cx="323850" cy="400050"/>
          </a:xfrm>
        </p:grpSpPr>
        <p:sp>
          <p:nvSpPr>
            <p:cNvPr id="21" name="object 21"/>
            <p:cNvSpPr/>
            <p:nvPr/>
          </p:nvSpPr>
          <p:spPr>
            <a:xfrm>
              <a:off x="5629275" y="421005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228600" y="0"/>
                  </a:moveTo>
                  <a:lnTo>
                    <a:pt x="76200" y="0"/>
                  </a:lnTo>
                  <a:lnTo>
                    <a:pt x="76200" y="228600"/>
                  </a:lnTo>
                  <a:lnTo>
                    <a:pt x="0" y="228600"/>
                  </a:lnTo>
                  <a:lnTo>
                    <a:pt x="152400" y="381000"/>
                  </a:lnTo>
                  <a:lnTo>
                    <a:pt x="30480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29275" y="421005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228600"/>
                  </a:moveTo>
                  <a:lnTo>
                    <a:pt x="76200" y="228600"/>
                  </a:lnTo>
                  <a:lnTo>
                    <a:pt x="76200" y="0"/>
                  </a:lnTo>
                  <a:lnTo>
                    <a:pt x="228600" y="0"/>
                  </a:lnTo>
                  <a:lnTo>
                    <a:pt x="228600" y="228600"/>
                  </a:lnTo>
                  <a:lnTo>
                    <a:pt x="304800" y="228600"/>
                  </a:lnTo>
                  <a:lnTo>
                    <a:pt x="152400" y="381000"/>
                  </a:lnTo>
                  <a:lnTo>
                    <a:pt x="0" y="22860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448050" y="4591050"/>
            <a:ext cx="4695825" cy="371475"/>
          </a:xfrm>
          <a:prstGeom prst="rect">
            <a:avLst/>
          </a:prstGeom>
          <a:ln w="19050">
            <a:solidFill>
              <a:srgbClr val="FFFF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76835" algn="ctr">
              <a:lnSpc>
                <a:spcPct val="100000"/>
              </a:lnSpc>
              <a:spcBef>
                <a:spcPts val="470"/>
              </a:spcBef>
            </a:pPr>
            <a:r>
              <a:rPr sz="1800" b="1" spc="-55" dirty="0">
                <a:solidFill>
                  <a:srgbClr val="46B0E0"/>
                </a:solidFill>
                <a:latin typeface="Trebuchet MS"/>
                <a:cs typeface="Trebuchet MS"/>
              </a:rPr>
              <a:t>Task</a:t>
            </a:r>
            <a:r>
              <a:rPr sz="1800" b="1" spc="-140" dirty="0">
                <a:solidFill>
                  <a:srgbClr val="46B0E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6B0E0"/>
                </a:solidFill>
                <a:latin typeface="Trebuchet MS"/>
                <a:cs typeface="Trebuchet MS"/>
              </a:rPr>
              <a:t>Assigned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600700" y="4953000"/>
            <a:ext cx="371475" cy="419100"/>
            <a:chOff x="5600700" y="4953000"/>
            <a:chExt cx="371475" cy="419100"/>
          </a:xfrm>
        </p:grpSpPr>
        <p:sp>
          <p:nvSpPr>
            <p:cNvPr id="25" name="object 25"/>
            <p:cNvSpPr/>
            <p:nvPr/>
          </p:nvSpPr>
          <p:spPr>
            <a:xfrm>
              <a:off x="5610225" y="4962525"/>
              <a:ext cx="352425" cy="400050"/>
            </a:xfrm>
            <a:custGeom>
              <a:avLst/>
              <a:gdLst/>
              <a:ahLst/>
              <a:cxnLst/>
              <a:rect l="l" t="t" r="r" b="b"/>
              <a:pathLst>
                <a:path w="352425" h="400050">
                  <a:moveTo>
                    <a:pt x="264287" y="0"/>
                  </a:moveTo>
                  <a:lnTo>
                    <a:pt x="88137" y="0"/>
                  </a:lnTo>
                  <a:lnTo>
                    <a:pt x="88137" y="223774"/>
                  </a:lnTo>
                  <a:lnTo>
                    <a:pt x="0" y="223774"/>
                  </a:lnTo>
                  <a:lnTo>
                    <a:pt x="176275" y="400050"/>
                  </a:lnTo>
                  <a:lnTo>
                    <a:pt x="352425" y="223774"/>
                  </a:lnTo>
                  <a:lnTo>
                    <a:pt x="264287" y="223774"/>
                  </a:lnTo>
                  <a:lnTo>
                    <a:pt x="264287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610225" y="4962525"/>
              <a:ext cx="352425" cy="400050"/>
            </a:xfrm>
            <a:custGeom>
              <a:avLst/>
              <a:gdLst/>
              <a:ahLst/>
              <a:cxnLst/>
              <a:rect l="l" t="t" r="r" b="b"/>
              <a:pathLst>
                <a:path w="352425" h="400050">
                  <a:moveTo>
                    <a:pt x="0" y="223774"/>
                  </a:moveTo>
                  <a:lnTo>
                    <a:pt x="88137" y="223774"/>
                  </a:lnTo>
                  <a:lnTo>
                    <a:pt x="88137" y="0"/>
                  </a:lnTo>
                  <a:lnTo>
                    <a:pt x="264287" y="0"/>
                  </a:lnTo>
                  <a:lnTo>
                    <a:pt x="264287" y="223774"/>
                  </a:lnTo>
                  <a:lnTo>
                    <a:pt x="352425" y="223774"/>
                  </a:lnTo>
                  <a:lnTo>
                    <a:pt x="176275" y="400050"/>
                  </a:lnTo>
                  <a:lnTo>
                    <a:pt x="0" y="223774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067050" y="5362575"/>
            <a:ext cx="5638800" cy="381000"/>
          </a:xfrm>
          <a:prstGeom prst="rect">
            <a:avLst/>
          </a:prstGeom>
          <a:ln w="19050">
            <a:solidFill>
              <a:srgbClr val="FFFF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R="114935" algn="ctr">
              <a:lnSpc>
                <a:spcPct val="100000"/>
              </a:lnSpc>
              <a:spcBef>
                <a:spcPts val="380"/>
              </a:spcBef>
            </a:pPr>
            <a:r>
              <a:rPr sz="1800" b="1" spc="-10" dirty="0">
                <a:solidFill>
                  <a:srgbClr val="46B0E0"/>
                </a:solidFill>
                <a:latin typeface="Trebuchet MS"/>
                <a:cs typeface="Trebuchet MS"/>
              </a:rPr>
              <a:t>Completed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425" dirty="0">
                <a:solidFill>
                  <a:srgbClr val="46D35A"/>
                </a:solidFill>
                <a:latin typeface="Times New Roman"/>
                <a:cs typeface="Times New Roman"/>
              </a:rPr>
              <a:t>THANK</a:t>
            </a:r>
            <a:r>
              <a:rPr sz="4800" spc="50" dirty="0">
                <a:solidFill>
                  <a:srgbClr val="46D35A"/>
                </a:solidFill>
                <a:latin typeface="Times New Roman"/>
                <a:cs typeface="Times New Roman"/>
              </a:rPr>
              <a:t> </a:t>
            </a:r>
            <a:r>
              <a:rPr sz="4800" spc="-575" dirty="0">
                <a:solidFill>
                  <a:srgbClr val="46D35A"/>
                </a:solidFill>
                <a:latin typeface="Times New Roman"/>
                <a:cs typeface="Times New Roman"/>
              </a:rPr>
              <a:t>YOU</a:t>
            </a:r>
            <a:r>
              <a:rPr sz="4800" spc="5" dirty="0">
                <a:solidFill>
                  <a:srgbClr val="46D35A"/>
                </a:solidFill>
                <a:latin typeface="Times New Roman"/>
                <a:cs typeface="Times New Roman"/>
              </a:rPr>
              <a:t> </a:t>
            </a:r>
            <a:r>
              <a:rPr sz="4800" spc="-50" dirty="0">
                <a:solidFill>
                  <a:srgbClr val="46D35A"/>
                </a:solidFill>
                <a:latin typeface="Times New Roman"/>
                <a:cs typeface="Times New Roman"/>
              </a:rPr>
              <a:t>!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57851" y="3136836"/>
            <a:ext cx="18580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solidFill>
                  <a:srgbClr val="46D35A"/>
                </a:solidFill>
                <a:latin typeface="Times New Roman"/>
                <a:cs typeface="Times New Roman"/>
              </a:rPr>
              <a:t>ANY</a:t>
            </a:r>
            <a:r>
              <a:rPr sz="1800" b="1" spc="10" dirty="0">
                <a:solidFill>
                  <a:srgbClr val="46D35A"/>
                </a:solidFill>
                <a:latin typeface="Times New Roman"/>
                <a:cs typeface="Times New Roman"/>
              </a:rPr>
              <a:t> </a:t>
            </a:r>
            <a:r>
              <a:rPr sz="1800" b="1" spc="-165" dirty="0">
                <a:solidFill>
                  <a:srgbClr val="46D35A"/>
                </a:solidFill>
                <a:latin typeface="Times New Roman"/>
                <a:cs typeface="Times New Roman"/>
              </a:rPr>
              <a:t>QUESTIONS</a:t>
            </a:r>
            <a:r>
              <a:rPr sz="1800" b="1" spc="20" dirty="0">
                <a:solidFill>
                  <a:srgbClr val="46D35A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46D35A"/>
                </a:solidFill>
                <a:latin typeface="Times New Roman"/>
                <a:cs typeface="Times New Roman"/>
              </a:rPr>
              <a:t>?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610</Words>
  <Application>Microsoft Office PowerPoint</Application>
  <PresentationFormat>Widescreen</PresentationFormat>
  <Paragraphs>111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 Black</vt:lpstr>
      <vt:lpstr>Arial MT</vt:lpstr>
      <vt:lpstr>Calibri</vt:lpstr>
      <vt:lpstr>Times New Roman</vt:lpstr>
      <vt:lpstr>Trebuchet MS</vt:lpstr>
      <vt:lpstr>Wingdings</vt:lpstr>
      <vt:lpstr>Office Theme</vt:lpstr>
      <vt:lpstr>INFOSYS SPRINGBOARD</vt:lpstr>
      <vt:lpstr>Project Overview:</vt:lpstr>
      <vt:lpstr>Project Objectives</vt:lpstr>
      <vt:lpstr>Technologies Used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Challenges:</vt:lpstr>
      <vt:lpstr>Outcomes:</vt:lpstr>
      <vt:lpstr>Workflow of the Project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Goutam Rana</dc:creator>
  <cp:lastModifiedBy>Goutam Rana</cp:lastModifiedBy>
  <cp:revision>1</cp:revision>
  <dcterms:created xsi:type="dcterms:W3CDTF">2026-04-01T12:20:45Z</dcterms:created>
  <dcterms:modified xsi:type="dcterms:W3CDTF">2026-04-01T12:26:38Z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2026-03-31T00:00:00Z</vt:filetime>
  </property>
  <property fmtid="{D5CDD505-2E9C-101B-9397-08002B2CF9AE}" pid="3" name="LastSaved">
    <vt:filetime>2026-04-01T00:00:00Z</vt:filetime>
  </property>
</Properties>
</file>